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FF4B"/>
    <a:srgbClr val="FF2D2D"/>
    <a:srgbClr val="F95959"/>
    <a:srgbClr val="B000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6FFC65-0978-44D0-BE49-A69884029F6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02502A-47E1-45A7-902C-5CEBA8F0D6B9}">
      <dgm:prSet custT="1"/>
      <dgm:spPr/>
      <dgm:t>
        <a:bodyPr/>
        <a:lstStyle/>
        <a:p>
          <a:r>
            <a:rPr lang="en-US" sz="20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Uvod</a:t>
          </a:r>
          <a:r>
            <a:rPr lang="en-US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 Opis teme i specifikacije</a:t>
          </a:r>
        </a:p>
      </dgm:t>
    </dgm:pt>
    <dgm:pt modelId="{6E697D11-9D7B-4E7D-AD4B-FB44906182BB}" type="parTrans" cxnId="{0EE64E11-FD8D-46EC-940E-63EADCDE622B}">
      <dgm:prSet/>
      <dgm:spPr/>
      <dgm:t>
        <a:bodyPr/>
        <a:lstStyle/>
        <a:p>
          <a:endParaRPr lang="en-US"/>
        </a:p>
      </dgm:t>
    </dgm:pt>
    <dgm:pt modelId="{26FB8A47-1581-453B-BF65-F7F69D3C431D}" type="sibTrans" cxnId="{0EE64E11-FD8D-46EC-940E-63EADCDE622B}">
      <dgm:prSet/>
      <dgm:spPr/>
      <dgm:t>
        <a:bodyPr/>
        <a:lstStyle/>
        <a:p>
          <a:endParaRPr lang="en-US"/>
        </a:p>
      </dgm:t>
    </dgm:pt>
    <dgm:pt modelId="{275770F3-16B6-48DE-9AF2-78B09EAB439A}">
      <dgm:prSet custT="1"/>
      <dgm:spPr/>
      <dgm:t>
        <a:bodyPr/>
        <a:lstStyle/>
        <a:p>
          <a:r>
            <a:rPr lang="en-US" sz="20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Metodologija</a:t>
          </a:r>
          <a:r>
            <a:rPr lang="en-US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 Pregled toka razvoja i korišćenih alata i izvora</a:t>
          </a:r>
        </a:p>
      </dgm:t>
    </dgm:pt>
    <dgm:pt modelId="{37C09303-BB18-446B-BFC7-D8DB323642E3}" type="parTrans" cxnId="{206EC864-67A1-4CEB-802F-6255040FDC65}">
      <dgm:prSet/>
      <dgm:spPr/>
      <dgm:t>
        <a:bodyPr/>
        <a:lstStyle/>
        <a:p>
          <a:endParaRPr lang="en-US"/>
        </a:p>
      </dgm:t>
    </dgm:pt>
    <dgm:pt modelId="{CFB1CD52-885E-470B-B2E8-F5121A85633C}" type="sibTrans" cxnId="{206EC864-67A1-4CEB-802F-6255040FDC65}">
      <dgm:prSet/>
      <dgm:spPr/>
      <dgm:t>
        <a:bodyPr/>
        <a:lstStyle/>
        <a:p>
          <a:endParaRPr lang="en-US"/>
        </a:p>
      </dgm:t>
    </dgm:pt>
    <dgm:pt modelId="{B9CD7B96-FB31-409B-A63D-0F48BCB89C9D}">
      <dgm:prSet custT="1"/>
      <dgm:spPr/>
      <dgm:t>
        <a:bodyPr/>
        <a:lstStyle/>
        <a:p>
          <a:r>
            <a:rPr lang="en-US" sz="20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Rezultati</a:t>
          </a:r>
          <a:r>
            <a:rPr lang="en-US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 Konačan izgled baze i jedinstvene tabele</a:t>
          </a:r>
        </a:p>
      </dgm:t>
    </dgm:pt>
    <dgm:pt modelId="{2697B20A-B0F9-4A02-B058-126CCA6388C9}" type="parTrans" cxnId="{3EB77C03-6EFA-445C-B248-CBF3446D4312}">
      <dgm:prSet/>
      <dgm:spPr/>
      <dgm:t>
        <a:bodyPr/>
        <a:lstStyle/>
        <a:p>
          <a:endParaRPr lang="en-US"/>
        </a:p>
      </dgm:t>
    </dgm:pt>
    <dgm:pt modelId="{18DF563B-6962-465D-835B-846F4E1D01E6}" type="sibTrans" cxnId="{3EB77C03-6EFA-445C-B248-CBF3446D4312}">
      <dgm:prSet/>
      <dgm:spPr/>
      <dgm:t>
        <a:bodyPr/>
        <a:lstStyle/>
        <a:p>
          <a:endParaRPr lang="en-US"/>
        </a:p>
      </dgm:t>
    </dgm:pt>
    <dgm:pt modelId="{73F3AE18-7FD5-4DE9-B2B9-001C0347D626}">
      <dgm:prSet custT="1"/>
      <dgm:spPr/>
      <dgm:t>
        <a:bodyPr/>
        <a:lstStyle/>
        <a:p>
          <a:r>
            <a:rPr lang="en-GB" sz="20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Demonstracija</a:t>
          </a:r>
          <a:r>
            <a:rPr lang="en-GB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 Video primer i demonstracija korišćenja prateće aplikacije</a:t>
          </a:r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7CD4297-84EC-4C15-AE09-1CF9AAF6CE83}" type="parTrans" cxnId="{C527B94E-3410-455F-93ED-9120D19B97B2}">
      <dgm:prSet/>
      <dgm:spPr/>
      <dgm:t>
        <a:bodyPr/>
        <a:lstStyle/>
        <a:p>
          <a:endParaRPr lang="en-US"/>
        </a:p>
      </dgm:t>
    </dgm:pt>
    <dgm:pt modelId="{F13EF922-36D4-4D3A-9ACB-12C4ACB803D4}" type="sibTrans" cxnId="{C527B94E-3410-455F-93ED-9120D19B97B2}">
      <dgm:prSet/>
      <dgm:spPr/>
      <dgm:t>
        <a:bodyPr/>
        <a:lstStyle/>
        <a:p>
          <a:endParaRPr lang="en-US"/>
        </a:p>
      </dgm:t>
    </dgm:pt>
    <dgm:pt modelId="{3F492143-159F-4B78-8AB8-15114EB64268}">
      <dgm:prSet custT="1"/>
      <dgm:spPr/>
      <dgm:t>
        <a:bodyPr/>
        <a:lstStyle/>
        <a:p>
          <a:r>
            <a:rPr lang="en-GB" sz="20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Analiza Grešaka </a:t>
          </a:r>
          <a:r>
            <a:rPr lang="en-GB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- Primeri grešaka i rešenja tokom izrade baze</a:t>
          </a:r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AFB1442-18AC-43DF-915C-0B5C97E4B0F9}" type="parTrans" cxnId="{712CD6A8-2A39-493E-A976-1E226BBF45E9}">
      <dgm:prSet/>
      <dgm:spPr/>
      <dgm:t>
        <a:bodyPr/>
        <a:lstStyle/>
        <a:p>
          <a:endParaRPr lang="en-US"/>
        </a:p>
      </dgm:t>
    </dgm:pt>
    <dgm:pt modelId="{B8CEEE81-FE48-4EB1-8FB5-E94B2C607BF2}" type="sibTrans" cxnId="{712CD6A8-2A39-493E-A976-1E226BBF45E9}">
      <dgm:prSet/>
      <dgm:spPr/>
      <dgm:t>
        <a:bodyPr/>
        <a:lstStyle/>
        <a:p>
          <a:endParaRPr lang="en-US"/>
        </a:p>
      </dgm:t>
    </dgm:pt>
    <dgm:pt modelId="{322A126B-B21F-4B59-B0E7-BD40639E8194}">
      <dgm:prSet custT="1"/>
      <dgm:spPr/>
      <dgm:t>
        <a:bodyPr/>
        <a:lstStyle/>
        <a:p>
          <a:r>
            <a:rPr lang="en-GB" sz="20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Zaključak</a:t>
          </a:r>
          <a:r>
            <a:rPr lang="en-GB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 Izvod zaključaka i daljeg razvoja baze i aplikacije</a:t>
          </a:r>
          <a:endParaRPr lang="en-US" sz="20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9E0E634-85DC-4A7A-8A68-6DFD169842BE}" type="parTrans" cxnId="{111C227A-67D6-4046-B1A5-CCAC98A67F94}">
      <dgm:prSet/>
      <dgm:spPr/>
      <dgm:t>
        <a:bodyPr/>
        <a:lstStyle/>
        <a:p>
          <a:endParaRPr lang="en-US"/>
        </a:p>
      </dgm:t>
    </dgm:pt>
    <dgm:pt modelId="{9D36C6A7-FA06-48DD-9CB4-A53C467F8D58}" type="sibTrans" cxnId="{111C227A-67D6-4046-B1A5-CCAC98A67F94}">
      <dgm:prSet/>
      <dgm:spPr/>
      <dgm:t>
        <a:bodyPr/>
        <a:lstStyle/>
        <a:p>
          <a:endParaRPr lang="en-US"/>
        </a:p>
      </dgm:t>
    </dgm:pt>
    <dgm:pt modelId="{D5F1C7EA-1D93-4B50-B95E-757514C852FC}" type="pres">
      <dgm:prSet presAssocID="{E46FFC65-0978-44D0-BE49-A69884029F69}" presName="Name0" presStyleCnt="0">
        <dgm:presLayoutVars>
          <dgm:chMax val="7"/>
          <dgm:chPref val="7"/>
          <dgm:dir/>
        </dgm:presLayoutVars>
      </dgm:prSet>
      <dgm:spPr/>
    </dgm:pt>
    <dgm:pt modelId="{72475187-2856-4C9A-A2AB-08E465F4250D}" type="pres">
      <dgm:prSet presAssocID="{E46FFC65-0978-44D0-BE49-A69884029F69}" presName="Name1" presStyleCnt="0"/>
      <dgm:spPr/>
    </dgm:pt>
    <dgm:pt modelId="{F416B27F-3A66-43D9-A952-B9443E21F065}" type="pres">
      <dgm:prSet presAssocID="{E46FFC65-0978-44D0-BE49-A69884029F69}" presName="cycle" presStyleCnt="0"/>
      <dgm:spPr/>
    </dgm:pt>
    <dgm:pt modelId="{1166B283-0671-440D-B81D-FECE20DA67AF}" type="pres">
      <dgm:prSet presAssocID="{E46FFC65-0978-44D0-BE49-A69884029F69}" presName="srcNode" presStyleLbl="node1" presStyleIdx="0" presStyleCnt="6"/>
      <dgm:spPr/>
    </dgm:pt>
    <dgm:pt modelId="{68492E3C-7356-45D6-98F8-1775B1B06D9B}" type="pres">
      <dgm:prSet presAssocID="{E46FFC65-0978-44D0-BE49-A69884029F69}" presName="conn" presStyleLbl="parChTrans1D2" presStyleIdx="0" presStyleCnt="1"/>
      <dgm:spPr/>
    </dgm:pt>
    <dgm:pt modelId="{675E54E1-CAF0-4110-89B3-0C3480B2EBEF}" type="pres">
      <dgm:prSet presAssocID="{E46FFC65-0978-44D0-BE49-A69884029F69}" presName="extraNode" presStyleLbl="node1" presStyleIdx="0" presStyleCnt="6"/>
      <dgm:spPr/>
    </dgm:pt>
    <dgm:pt modelId="{06B8C1CF-2B5E-429D-B918-8718E82757E8}" type="pres">
      <dgm:prSet presAssocID="{E46FFC65-0978-44D0-BE49-A69884029F69}" presName="dstNode" presStyleLbl="node1" presStyleIdx="0" presStyleCnt="6"/>
      <dgm:spPr/>
    </dgm:pt>
    <dgm:pt modelId="{A4355A5E-6FA4-42DF-B360-16E557A2BA57}" type="pres">
      <dgm:prSet presAssocID="{0002502A-47E1-45A7-902C-5CEBA8F0D6B9}" presName="text_1" presStyleLbl="node1" presStyleIdx="0" presStyleCnt="6">
        <dgm:presLayoutVars>
          <dgm:bulletEnabled val="1"/>
        </dgm:presLayoutVars>
      </dgm:prSet>
      <dgm:spPr/>
    </dgm:pt>
    <dgm:pt modelId="{18654F51-81C0-40AB-B5FA-5E7BF36A07CB}" type="pres">
      <dgm:prSet presAssocID="{0002502A-47E1-45A7-902C-5CEBA8F0D6B9}" presName="accent_1" presStyleCnt="0"/>
      <dgm:spPr/>
    </dgm:pt>
    <dgm:pt modelId="{5FAA9356-AE56-434A-97B9-EF8D982A3AD3}" type="pres">
      <dgm:prSet presAssocID="{0002502A-47E1-45A7-902C-5CEBA8F0D6B9}" presName="accentRepeatNode" presStyleLbl="solidFgAcc1" presStyleIdx="0" presStyleCnt="6"/>
      <dgm:spPr/>
    </dgm:pt>
    <dgm:pt modelId="{EBE1672A-F5FE-4D17-972F-C2EEFE4CD193}" type="pres">
      <dgm:prSet presAssocID="{275770F3-16B6-48DE-9AF2-78B09EAB439A}" presName="text_2" presStyleLbl="node1" presStyleIdx="1" presStyleCnt="6">
        <dgm:presLayoutVars>
          <dgm:bulletEnabled val="1"/>
        </dgm:presLayoutVars>
      </dgm:prSet>
      <dgm:spPr/>
    </dgm:pt>
    <dgm:pt modelId="{F9AEE409-A688-4F3B-9096-526CE1921C77}" type="pres">
      <dgm:prSet presAssocID="{275770F3-16B6-48DE-9AF2-78B09EAB439A}" presName="accent_2" presStyleCnt="0"/>
      <dgm:spPr/>
    </dgm:pt>
    <dgm:pt modelId="{1B6EA483-C68F-40B9-9790-EC7F0EA2D344}" type="pres">
      <dgm:prSet presAssocID="{275770F3-16B6-48DE-9AF2-78B09EAB439A}" presName="accentRepeatNode" presStyleLbl="solidFgAcc1" presStyleIdx="1" presStyleCnt="6"/>
      <dgm:spPr/>
    </dgm:pt>
    <dgm:pt modelId="{9895542C-2BD2-46A5-8341-66A5553F6DAE}" type="pres">
      <dgm:prSet presAssocID="{B9CD7B96-FB31-409B-A63D-0F48BCB89C9D}" presName="text_3" presStyleLbl="node1" presStyleIdx="2" presStyleCnt="6">
        <dgm:presLayoutVars>
          <dgm:bulletEnabled val="1"/>
        </dgm:presLayoutVars>
      </dgm:prSet>
      <dgm:spPr/>
    </dgm:pt>
    <dgm:pt modelId="{09A2365A-B883-4295-B798-2A672FFD1DA0}" type="pres">
      <dgm:prSet presAssocID="{B9CD7B96-FB31-409B-A63D-0F48BCB89C9D}" presName="accent_3" presStyleCnt="0"/>
      <dgm:spPr/>
    </dgm:pt>
    <dgm:pt modelId="{53AA7D11-655B-489D-B6FE-A7237730A5BC}" type="pres">
      <dgm:prSet presAssocID="{B9CD7B96-FB31-409B-A63D-0F48BCB89C9D}" presName="accentRepeatNode" presStyleLbl="solidFgAcc1" presStyleIdx="2" presStyleCnt="6"/>
      <dgm:spPr/>
    </dgm:pt>
    <dgm:pt modelId="{2FC49C49-7102-4358-A204-93B3365CD4DA}" type="pres">
      <dgm:prSet presAssocID="{73F3AE18-7FD5-4DE9-B2B9-001C0347D626}" presName="text_4" presStyleLbl="node1" presStyleIdx="3" presStyleCnt="6">
        <dgm:presLayoutVars>
          <dgm:bulletEnabled val="1"/>
        </dgm:presLayoutVars>
      </dgm:prSet>
      <dgm:spPr/>
    </dgm:pt>
    <dgm:pt modelId="{FC9342E3-0996-4897-A9A9-177A8155815A}" type="pres">
      <dgm:prSet presAssocID="{73F3AE18-7FD5-4DE9-B2B9-001C0347D626}" presName="accent_4" presStyleCnt="0"/>
      <dgm:spPr/>
    </dgm:pt>
    <dgm:pt modelId="{E0E37061-B402-49AF-B932-DACE15F62351}" type="pres">
      <dgm:prSet presAssocID="{73F3AE18-7FD5-4DE9-B2B9-001C0347D626}" presName="accentRepeatNode" presStyleLbl="solidFgAcc1" presStyleIdx="3" presStyleCnt="6"/>
      <dgm:spPr/>
    </dgm:pt>
    <dgm:pt modelId="{7D300A7C-A0E5-4E29-B461-F5F705489B43}" type="pres">
      <dgm:prSet presAssocID="{3F492143-159F-4B78-8AB8-15114EB64268}" presName="text_5" presStyleLbl="node1" presStyleIdx="4" presStyleCnt="6">
        <dgm:presLayoutVars>
          <dgm:bulletEnabled val="1"/>
        </dgm:presLayoutVars>
      </dgm:prSet>
      <dgm:spPr/>
    </dgm:pt>
    <dgm:pt modelId="{16FAF261-66F8-4B61-B8D2-EA352A413C6F}" type="pres">
      <dgm:prSet presAssocID="{3F492143-159F-4B78-8AB8-15114EB64268}" presName="accent_5" presStyleCnt="0"/>
      <dgm:spPr/>
    </dgm:pt>
    <dgm:pt modelId="{88FA97E9-7D59-4138-AADF-ACFF3CEB5A48}" type="pres">
      <dgm:prSet presAssocID="{3F492143-159F-4B78-8AB8-15114EB64268}" presName="accentRepeatNode" presStyleLbl="solidFgAcc1" presStyleIdx="4" presStyleCnt="6"/>
      <dgm:spPr/>
    </dgm:pt>
    <dgm:pt modelId="{0BE7CCBD-140F-41C3-AE98-A889C6644CC8}" type="pres">
      <dgm:prSet presAssocID="{322A126B-B21F-4B59-B0E7-BD40639E8194}" presName="text_6" presStyleLbl="node1" presStyleIdx="5" presStyleCnt="6">
        <dgm:presLayoutVars>
          <dgm:bulletEnabled val="1"/>
        </dgm:presLayoutVars>
      </dgm:prSet>
      <dgm:spPr/>
    </dgm:pt>
    <dgm:pt modelId="{42EA89A4-72A7-4A8E-9FA8-986FA069868F}" type="pres">
      <dgm:prSet presAssocID="{322A126B-B21F-4B59-B0E7-BD40639E8194}" presName="accent_6" presStyleCnt="0"/>
      <dgm:spPr/>
    </dgm:pt>
    <dgm:pt modelId="{A62C13C6-D2E5-4A2C-9DAF-7283CA4FAA29}" type="pres">
      <dgm:prSet presAssocID="{322A126B-B21F-4B59-B0E7-BD40639E8194}" presName="accentRepeatNode" presStyleLbl="solidFgAcc1" presStyleIdx="5" presStyleCnt="6"/>
      <dgm:spPr/>
    </dgm:pt>
  </dgm:ptLst>
  <dgm:cxnLst>
    <dgm:cxn modelId="{3EB77C03-6EFA-445C-B248-CBF3446D4312}" srcId="{E46FFC65-0978-44D0-BE49-A69884029F69}" destId="{B9CD7B96-FB31-409B-A63D-0F48BCB89C9D}" srcOrd="2" destOrd="0" parTransId="{2697B20A-B0F9-4A02-B058-126CCA6388C9}" sibTransId="{18DF563B-6962-465D-835B-846F4E1D01E6}"/>
    <dgm:cxn modelId="{08C1000F-61AC-4E14-B828-EF6409588BF2}" type="presOf" srcId="{275770F3-16B6-48DE-9AF2-78B09EAB439A}" destId="{EBE1672A-F5FE-4D17-972F-C2EEFE4CD193}" srcOrd="0" destOrd="0" presId="urn:microsoft.com/office/officeart/2008/layout/VerticalCurvedList"/>
    <dgm:cxn modelId="{0EE64E11-FD8D-46EC-940E-63EADCDE622B}" srcId="{E46FFC65-0978-44D0-BE49-A69884029F69}" destId="{0002502A-47E1-45A7-902C-5CEBA8F0D6B9}" srcOrd="0" destOrd="0" parTransId="{6E697D11-9D7B-4E7D-AD4B-FB44906182BB}" sibTransId="{26FB8A47-1581-453B-BF65-F7F69D3C431D}"/>
    <dgm:cxn modelId="{9D8E7939-2BAB-4DD4-88A6-0DBA5A486355}" type="presOf" srcId="{73F3AE18-7FD5-4DE9-B2B9-001C0347D626}" destId="{2FC49C49-7102-4358-A204-93B3365CD4DA}" srcOrd="0" destOrd="0" presId="urn:microsoft.com/office/officeart/2008/layout/VerticalCurvedList"/>
    <dgm:cxn modelId="{C7E67B3A-9585-4002-AFE1-203AE58C4234}" type="presOf" srcId="{B9CD7B96-FB31-409B-A63D-0F48BCB89C9D}" destId="{9895542C-2BD2-46A5-8341-66A5553F6DAE}" srcOrd="0" destOrd="0" presId="urn:microsoft.com/office/officeart/2008/layout/VerticalCurvedList"/>
    <dgm:cxn modelId="{7CDF365C-1D11-4AF5-880F-F0543A2CF978}" type="presOf" srcId="{3F492143-159F-4B78-8AB8-15114EB64268}" destId="{7D300A7C-A0E5-4E29-B461-F5F705489B43}" srcOrd="0" destOrd="0" presId="urn:microsoft.com/office/officeart/2008/layout/VerticalCurvedList"/>
    <dgm:cxn modelId="{206EC864-67A1-4CEB-802F-6255040FDC65}" srcId="{E46FFC65-0978-44D0-BE49-A69884029F69}" destId="{275770F3-16B6-48DE-9AF2-78B09EAB439A}" srcOrd="1" destOrd="0" parTransId="{37C09303-BB18-446B-BFC7-D8DB323642E3}" sibTransId="{CFB1CD52-885E-470B-B2E8-F5121A85633C}"/>
    <dgm:cxn modelId="{C527B94E-3410-455F-93ED-9120D19B97B2}" srcId="{E46FFC65-0978-44D0-BE49-A69884029F69}" destId="{73F3AE18-7FD5-4DE9-B2B9-001C0347D626}" srcOrd="3" destOrd="0" parTransId="{C7CD4297-84EC-4C15-AE09-1CF9AAF6CE83}" sibTransId="{F13EF922-36D4-4D3A-9ACB-12C4ACB803D4}"/>
    <dgm:cxn modelId="{96DEFE74-1158-4D07-B73F-B628FF4F1D99}" type="presOf" srcId="{0002502A-47E1-45A7-902C-5CEBA8F0D6B9}" destId="{A4355A5E-6FA4-42DF-B360-16E557A2BA57}" srcOrd="0" destOrd="0" presId="urn:microsoft.com/office/officeart/2008/layout/VerticalCurvedList"/>
    <dgm:cxn modelId="{111C227A-67D6-4046-B1A5-CCAC98A67F94}" srcId="{E46FFC65-0978-44D0-BE49-A69884029F69}" destId="{322A126B-B21F-4B59-B0E7-BD40639E8194}" srcOrd="5" destOrd="0" parTransId="{09E0E634-85DC-4A7A-8A68-6DFD169842BE}" sibTransId="{9D36C6A7-FA06-48DD-9CB4-A53C467F8D58}"/>
    <dgm:cxn modelId="{712CD6A8-2A39-493E-A976-1E226BBF45E9}" srcId="{E46FFC65-0978-44D0-BE49-A69884029F69}" destId="{3F492143-159F-4B78-8AB8-15114EB64268}" srcOrd="4" destOrd="0" parTransId="{0AFB1442-18AC-43DF-915C-0B5C97E4B0F9}" sibTransId="{B8CEEE81-FE48-4EB1-8FB5-E94B2C607BF2}"/>
    <dgm:cxn modelId="{982B2FBB-08F1-42A5-B328-0DC1AEF79197}" type="presOf" srcId="{322A126B-B21F-4B59-B0E7-BD40639E8194}" destId="{0BE7CCBD-140F-41C3-AE98-A889C6644CC8}" srcOrd="0" destOrd="0" presId="urn:microsoft.com/office/officeart/2008/layout/VerticalCurvedList"/>
    <dgm:cxn modelId="{B5DD1FD1-D280-4AB9-A236-87C6E28E3475}" type="presOf" srcId="{26FB8A47-1581-453B-BF65-F7F69D3C431D}" destId="{68492E3C-7356-45D6-98F8-1775B1B06D9B}" srcOrd="0" destOrd="0" presId="urn:microsoft.com/office/officeart/2008/layout/VerticalCurvedList"/>
    <dgm:cxn modelId="{6B2C52D3-5A7E-4644-82BF-DA2CBA54A940}" type="presOf" srcId="{E46FFC65-0978-44D0-BE49-A69884029F69}" destId="{D5F1C7EA-1D93-4B50-B95E-757514C852FC}" srcOrd="0" destOrd="0" presId="urn:microsoft.com/office/officeart/2008/layout/VerticalCurvedList"/>
    <dgm:cxn modelId="{1BB5EBEC-5CD6-4567-A2D6-BE5863344B9B}" type="presParOf" srcId="{D5F1C7EA-1D93-4B50-B95E-757514C852FC}" destId="{72475187-2856-4C9A-A2AB-08E465F4250D}" srcOrd="0" destOrd="0" presId="urn:microsoft.com/office/officeart/2008/layout/VerticalCurvedList"/>
    <dgm:cxn modelId="{1117780E-BAE3-478A-B987-9B882D05F3FF}" type="presParOf" srcId="{72475187-2856-4C9A-A2AB-08E465F4250D}" destId="{F416B27F-3A66-43D9-A952-B9443E21F065}" srcOrd="0" destOrd="0" presId="urn:microsoft.com/office/officeart/2008/layout/VerticalCurvedList"/>
    <dgm:cxn modelId="{2401058E-1C8F-4CA2-8698-578541757A0C}" type="presParOf" srcId="{F416B27F-3A66-43D9-A952-B9443E21F065}" destId="{1166B283-0671-440D-B81D-FECE20DA67AF}" srcOrd="0" destOrd="0" presId="urn:microsoft.com/office/officeart/2008/layout/VerticalCurvedList"/>
    <dgm:cxn modelId="{81EF301F-3D38-4228-A44F-99CDDD17F8ED}" type="presParOf" srcId="{F416B27F-3A66-43D9-A952-B9443E21F065}" destId="{68492E3C-7356-45D6-98F8-1775B1B06D9B}" srcOrd="1" destOrd="0" presId="urn:microsoft.com/office/officeart/2008/layout/VerticalCurvedList"/>
    <dgm:cxn modelId="{A714CDFD-818A-4E36-B494-7DC9ED68055C}" type="presParOf" srcId="{F416B27F-3A66-43D9-A952-B9443E21F065}" destId="{675E54E1-CAF0-4110-89B3-0C3480B2EBEF}" srcOrd="2" destOrd="0" presId="urn:microsoft.com/office/officeart/2008/layout/VerticalCurvedList"/>
    <dgm:cxn modelId="{D45E4FCD-E396-4ABE-97EE-1C751E9897D9}" type="presParOf" srcId="{F416B27F-3A66-43D9-A952-B9443E21F065}" destId="{06B8C1CF-2B5E-429D-B918-8718E82757E8}" srcOrd="3" destOrd="0" presId="urn:microsoft.com/office/officeart/2008/layout/VerticalCurvedList"/>
    <dgm:cxn modelId="{275FD84F-65A2-4703-9B9B-A8ABB46CF791}" type="presParOf" srcId="{72475187-2856-4C9A-A2AB-08E465F4250D}" destId="{A4355A5E-6FA4-42DF-B360-16E557A2BA57}" srcOrd="1" destOrd="0" presId="urn:microsoft.com/office/officeart/2008/layout/VerticalCurvedList"/>
    <dgm:cxn modelId="{7818BBB3-4FB2-42E0-803B-17ED2DAD0E30}" type="presParOf" srcId="{72475187-2856-4C9A-A2AB-08E465F4250D}" destId="{18654F51-81C0-40AB-B5FA-5E7BF36A07CB}" srcOrd="2" destOrd="0" presId="urn:microsoft.com/office/officeart/2008/layout/VerticalCurvedList"/>
    <dgm:cxn modelId="{D484B845-FBE9-4D94-B40D-A2D6FB9EC988}" type="presParOf" srcId="{18654F51-81C0-40AB-B5FA-5E7BF36A07CB}" destId="{5FAA9356-AE56-434A-97B9-EF8D982A3AD3}" srcOrd="0" destOrd="0" presId="urn:microsoft.com/office/officeart/2008/layout/VerticalCurvedList"/>
    <dgm:cxn modelId="{42A673A9-7CEB-4F6C-9311-227053520F4F}" type="presParOf" srcId="{72475187-2856-4C9A-A2AB-08E465F4250D}" destId="{EBE1672A-F5FE-4D17-972F-C2EEFE4CD193}" srcOrd="3" destOrd="0" presId="urn:microsoft.com/office/officeart/2008/layout/VerticalCurvedList"/>
    <dgm:cxn modelId="{972C8AF0-B30C-4C06-AE5A-28E81D182102}" type="presParOf" srcId="{72475187-2856-4C9A-A2AB-08E465F4250D}" destId="{F9AEE409-A688-4F3B-9096-526CE1921C77}" srcOrd="4" destOrd="0" presId="urn:microsoft.com/office/officeart/2008/layout/VerticalCurvedList"/>
    <dgm:cxn modelId="{BC9539FB-66FA-4646-B630-F6AC24C6B8C0}" type="presParOf" srcId="{F9AEE409-A688-4F3B-9096-526CE1921C77}" destId="{1B6EA483-C68F-40B9-9790-EC7F0EA2D344}" srcOrd="0" destOrd="0" presId="urn:microsoft.com/office/officeart/2008/layout/VerticalCurvedList"/>
    <dgm:cxn modelId="{B6879E31-A8BE-45C4-BCD9-BA1650FAE95E}" type="presParOf" srcId="{72475187-2856-4C9A-A2AB-08E465F4250D}" destId="{9895542C-2BD2-46A5-8341-66A5553F6DAE}" srcOrd="5" destOrd="0" presId="urn:microsoft.com/office/officeart/2008/layout/VerticalCurvedList"/>
    <dgm:cxn modelId="{34E68E87-5A48-4AB6-A048-CC603B5ABD55}" type="presParOf" srcId="{72475187-2856-4C9A-A2AB-08E465F4250D}" destId="{09A2365A-B883-4295-B798-2A672FFD1DA0}" srcOrd="6" destOrd="0" presId="urn:microsoft.com/office/officeart/2008/layout/VerticalCurvedList"/>
    <dgm:cxn modelId="{8EE736D2-8FC5-4C28-A2D7-32001595C82C}" type="presParOf" srcId="{09A2365A-B883-4295-B798-2A672FFD1DA0}" destId="{53AA7D11-655B-489D-B6FE-A7237730A5BC}" srcOrd="0" destOrd="0" presId="urn:microsoft.com/office/officeart/2008/layout/VerticalCurvedList"/>
    <dgm:cxn modelId="{13112CFD-E359-4E6F-8E98-46746B4E5A65}" type="presParOf" srcId="{72475187-2856-4C9A-A2AB-08E465F4250D}" destId="{2FC49C49-7102-4358-A204-93B3365CD4DA}" srcOrd="7" destOrd="0" presId="urn:microsoft.com/office/officeart/2008/layout/VerticalCurvedList"/>
    <dgm:cxn modelId="{D90F3216-BF2D-49AF-A053-097452CB93CF}" type="presParOf" srcId="{72475187-2856-4C9A-A2AB-08E465F4250D}" destId="{FC9342E3-0996-4897-A9A9-177A8155815A}" srcOrd="8" destOrd="0" presId="urn:microsoft.com/office/officeart/2008/layout/VerticalCurvedList"/>
    <dgm:cxn modelId="{D044BAAF-A561-47F1-B48C-EC23DF23B7AA}" type="presParOf" srcId="{FC9342E3-0996-4897-A9A9-177A8155815A}" destId="{E0E37061-B402-49AF-B932-DACE15F62351}" srcOrd="0" destOrd="0" presId="urn:microsoft.com/office/officeart/2008/layout/VerticalCurvedList"/>
    <dgm:cxn modelId="{ADB8BBFA-3272-437D-925D-25B557945F5C}" type="presParOf" srcId="{72475187-2856-4C9A-A2AB-08E465F4250D}" destId="{7D300A7C-A0E5-4E29-B461-F5F705489B43}" srcOrd="9" destOrd="0" presId="urn:microsoft.com/office/officeart/2008/layout/VerticalCurvedList"/>
    <dgm:cxn modelId="{0D0B05D7-54BB-45EC-8988-5482828D8FF3}" type="presParOf" srcId="{72475187-2856-4C9A-A2AB-08E465F4250D}" destId="{16FAF261-66F8-4B61-B8D2-EA352A413C6F}" srcOrd="10" destOrd="0" presId="urn:microsoft.com/office/officeart/2008/layout/VerticalCurvedList"/>
    <dgm:cxn modelId="{D76F4C6B-0647-4C23-B214-40BF20C09EE2}" type="presParOf" srcId="{16FAF261-66F8-4B61-B8D2-EA352A413C6F}" destId="{88FA97E9-7D59-4138-AADF-ACFF3CEB5A48}" srcOrd="0" destOrd="0" presId="urn:microsoft.com/office/officeart/2008/layout/VerticalCurvedList"/>
    <dgm:cxn modelId="{210514BD-E758-4E93-8A09-617835236A0F}" type="presParOf" srcId="{72475187-2856-4C9A-A2AB-08E465F4250D}" destId="{0BE7CCBD-140F-41C3-AE98-A889C6644CC8}" srcOrd="11" destOrd="0" presId="urn:microsoft.com/office/officeart/2008/layout/VerticalCurvedList"/>
    <dgm:cxn modelId="{DE519439-9E85-43E9-A500-7152BE24744A}" type="presParOf" srcId="{72475187-2856-4C9A-A2AB-08E465F4250D}" destId="{42EA89A4-72A7-4A8E-9FA8-986FA069868F}" srcOrd="12" destOrd="0" presId="urn:microsoft.com/office/officeart/2008/layout/VerticalCurvedList"/>
    <dgm:cxn modelId="{C868EA82-F5C4-47DE-AAE0-29408C42E491}" type="presParOf" srcId="{42EA89A4-72A7-4A8E-9FA8-986FA069868F}" destId="{A62C13C6-D2E5-4A2C-9DAF-7283CA4FAA2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D3FC2E-7D11-4321-A765-59F7FD3209C4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436F0BF-975E-45A9-BDE3-A2EA187105CE}">
      <dgm:prSet phldrT="[Text]" phldr="0" custT="1"/>
      <dgm:spPr/>
      <dgm:t>
        <a:bodyPr/>
        <a:lstStyle/>
        <a:p>
          <a:r>
            <a:rPr lang="en-US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1. Analiza teme </a:t>
          </a:r>
        </a:p>
        <a:p>
          <a:r>
            <a: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Kako da primenimo početnu specifikaciju na našu izabranu temu</a:t>
          </a:r>
          <a:endParaRPr lang="en-GB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52F1AC5-01F3-467B-9583-41C015E34929}" type="parTrans" cxnId="{D8C77632-FAB7-4D6D-BE8C-59E7CC71AB36}">
      <dgm:prSet/>
      <dgm:spPr/>
      <dgm:t>
        <a:bodyPr/>
        <a:lstStyle/>
        <a:p>
          <a:endParaRPr lang="en-GB"/>
        </a:p>
      </dgm:t>
    </dgm:pt>
    <dgm:pt modelId="{BF1ACD57-2596-45CD-BF98-E1BDB9C3B0BA}" type="sibTrans" cxnId="{D8C77632-FAB7-4D6D-BE8C-59E7CC71AB36}">
      <dgm:prSet/>
      <dgm:spPr/>
      <dgm:t>
        <a:bodyPr/>
        <a:lstStyle/>
        <a:p>
          <a:endParaRPr lang="en-GB"/>
        </a:p>
      </dgm:t>
    </dgm:pt>
    <dgm:pt modelId="{7706B4DF-E72D-4A73-A95C-A2E6A05349A2}">
      <dgm:prSet phldrT="[Text]" phldr="0" custT="1"/>
      <dgm:spPr/>
      <dgm:t>
        <a:bodyPr/>
        <a:lstStyle/>
        <a:p>
          <a:r>
            <a:rPr lang="en-US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2. Popunjavanje šablona </a:t>
          </a:r>
        </a:p>
        <a:p>
          <a:r>
            <a: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Dodavanje potrebnih entiteta da se ispuni naša tema</a:t>
          </a:r>
          <a:endParaRPr lang="en-GB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CB81DAE-BE3F-4DB8-956A-9BBF40DD9061}" type="parTrans" cxnId="{4A4C35BA-2F41-428B-ACCB-D2AFF348C2C1}">
      <dgm:prSet/>
      <dgm:spPr/>
      <dgm:t>
        <a:bodyPr/>
        <a:lstStyle/>
        <a:p>
          <a:endParaRPr lang="en-GB"/>
        </a:p>
      </dgm:t>
    </dgm:pt>
    <dgm:pt modelId="{03C7DCFC-3AA2-42B5-94C9-181E56717F31}" type="sibTrans" cxnId="{4A4C35BA-2F41-428B-ACCB-D2AFF348C2C1}">
      <dgm:prSet/>
      <dgm:spPr/>
      <dgm:t>
        <a:bodyPr/>
        <a:lstStyle/>
        <a:p>
          <a:endParaRPr lang="en-GB"/>
        </a:p>
      </dgm:t>
    </dgm:pt>
    <dgm:pt modelId="{F9973DBC-F588-4F19-82C3-296087D47845}">
      <dgm:prSet phldrT="[Text]" phldr="0" custT="1"/>
      <dgm:spPr/>
      <dgm:t>
        <a:bodyPr/>
        <a:lstStyle/>
        <a:p>
          <a:r>
            <a:rPr lang="en-US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 Osnovna skica baze </a:t>
          </a:r>
        </a:p>
        <a:p>
          <a:r>
            <a: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Kreiranje dijagrama i povezivanje svih entiteta</a:t>
          </a:r>
          <a:endParaRPr lang="en-GB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572C094-5B56-4A07-824C-1ADF6AE01EBB}" type="parTrans" cxnId="{A037213C-F3F1-49BA-AF29-07604923C3A8}">
      <dgm:prSet/>
      <dgm:spPr/>
      <dgm:t>
        <a:bodyPr/>
        <a:lstStyle/>
        <a:p>
          <a:endParaRPr lang="en-GB"/>
        </a:p>
      </dgm:t>
    </dgm:pt>
    <dgm:pt modelId="{B48E5D14-6C16-434A-81C4-0EF91500F9E0}" type="sibTrans" cxnId="{A037213C-F3F1-49BA-AF29-07604923C3A8}">
      <dgm:prSet/>
      <dgm:spPr/>
      <dgm:t>
        <a:bodyPr/>
        <a:lstStyle/>
        <a:p>
          <a:endParaRPr lang="en-GB"/>
        </a:p>
      </dgm:t>
    </dgm:pt>
    <dgm:pt modelId="{9A14F504-90EF-4947-9285-ADD1AEFB9080}">
      <dgm:prSet phldrT="[Text]" phldr="0" custT="1"/>
      <dgm:spPr/>
      <dgm:t>
        <a:bodyPr/>
        <a:lstStyle/>
        <a:p>
          <a:r>
            <a:rPr lang="en-US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4. Kreiranje SQL upita</a:t>
          </a:r>
        </a:p>
        <a:p>
          <a:r>
            <a: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Inicijalno kreiranje svih tabela i popunjavanje lokalno host-ovane baze  </a:t>
          </a:r>
          <a:endParaRPr lang="en-GB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8AB8835-9A2D-435C-8432-EFE8AF5C3BA8}" type="parTrans" cxnId="{5405FB12-6038-4F51-8B28-115C825365AF}">
      <dgm:prSet/>
      <dgm:spPr/>
      <dgm:t>
        <a:bodyPr/>
        <a:lstStyle/>
        <a:p>
          <a:endParaRPr lang="en-GB"/>
        </a:p>
      </dgm:t>
    </dgm:pt>
    <dgm:pt modelId="{8EBDCC12-7F62-441C-B79F-DB0C1A1C673B}" type="sibTrans" cxnId="{5405FB12-6038-4F51-8B28-115C825365AF}">
      <dgm:prSet/>
      <dgm:spPr/>
      <dgm:t>
        <a:bodyPr/>
        <a:lstStyle/>
        <a:p>
          <a:endParaRPr lang="en-GB"/>
        </a:p>
      </dgm:t>
    </dgm:pt>
    <dgm:pt modelId="{BD57231C-5EB5-4624-B5D8-C85FDDF9BFFD}">
      <dgm:prSet phldrT="[Text]" phldr="0" custT="1"/>
      <dgm:spPr/>
      <dgm:t>
        <a:bodyPr/>
        <a:lstStyle/>
        <a:p>
          <a:r>
            <a:rPr lang="en-US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5. Popunjavanje baze</a:t>
          </a:r>
        </a:p>
        <a:p>
          <a:r>
            <a: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GB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Unošenje velike količine podataka da bi se oživela baza</a:t>
          </a:r>
        </a:p>
      </dgm:t>
    </dgm:pt>
    <dgm:pt modelId="{EBFA4860-AE2E-46E5-B10C-774C83D0A50F}" type="parTrans" cxnId="{23F4CDFA-A1C2-41E1-8F89-361CCB2E7566}">
      <dgm:prSet/>
      <dgm:spPr/>
      <dgm:t>
        <a:bodyPr/>
        <a:lstStyle/>
        <a:p>
          <a:endParaRPr lang="en-GB"/>
        </a:p>
      </dgm:t>
    </dgm:pt>
    <dgm:pt modelId="{7B190694-F4FC-4C59-8444-24A38FFD67EA}" type="sibTrans" cxnId="{23F4CDFA-A1C2-41E1-8F89-361CCB2E7566}">
      <dgm:prSet/>
      <dgm:spPr/>
      <dgm:t>
        <a:bodyPr/>
        <a:lstStyle/>
        <a:p>
          <a:endParaRPr lang="en-GB"/>
        </a:p>
      </dgm:t>
    </dgm:pt>
    <dgm:pt modelId="{F2C1EFE2-572E-44BD-B165-EE7CACCEEE8C}">
      <dgm:prSet phldrT="[Text]" phldr="0" custT="1"/>
      <dgm:spPr/>
      <dgm:t>
        <a:bodyPr/>
        <a:lstStyle/>
        <a:p>
          <a:r>
            <a:rPr lang="en-US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6. Umrežavanje Baze i IntelliJ</a:t>
          </a:r>
        </a:p>
        <a:p>
          <a:r>
            <a:rPr lang="en-US" sz="1200" b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Instaliranje Dependency-a i podešavanje IDE-a da prepozna lokalnu bazu</a:t>
          </a:r>
          <a:r>
            <a:rPr lang="en-US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endParaRPr lang="en-GB" sz="1400" b="1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DE3714E-753C-4F37-BA60-CD699B36E0A6}" type="parTrans" cxnId="{920C104A-12EF-4ED8-8F7E-E5F7EA59C39D}">
      <dgm:prSet/>
      <dgm:spPr/>
      <dgm:t>
        <a:bodyPr/>
        <a:lstStyle/>
        <a:p>
          <a:endParaRPr lang="en-GB"/>
        </a:p>
      </dgm:t>
    </dgm:pt>
    <dgm:pt modelId="{70245766-8294-4BD7-9A87-B75689967CBA}" type="sibTrans" cxnId="{920C104A-12EF-4ED8-8F7E-E5F7EA59C39D}">
      <dgm:prSet/>
      <dgm:spPr/>
      <dgm:t>
        <a:bodyPr/>
        <a:lstStyle/>
        <a:p>
          <a:endParaRPr lang="en-GB"/>
        </a:p>
      </dgm:t>
    </dgm:pt>
    <dgm:pt modelId="{E3B05F92-07C9-4C67-BA51-D6B67AB9F0B7}">
      <dgm:prSet phldrT="[Text]" phldr="0" custT="1"/>
      <dgm:spPr/>
      <dgm:t>
        <a:bodyPr/>
        <a:lstStyle/>
        <a:p>
          <a:r>
            <a:rPr lang="en-US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7. Kreiranje korisničkog interfejsa</a:t>
          </a:r>
        </a:p>
        <a:p>
          <a:r>
            <a:rPr lang="en-GB" sz="1200" b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Definisanje osnovnog izgleda aplikacije i funkcionalnosti za korisnika</a:t>
          </a:r>
        </a:p>
      </dgm:t>
    </dgm:pt>
    <dgm:pt modelId="{2401777D-7A0A-470B-9503-BB56B93FBDF4}" type="parTrans" cxnId="{12A2E2BE-A0B0-4FCC-A25B-E85FDF975AE8}">
      <dgm:prSet/>
      <dgm:spPr/>
      <dgm:t>
        <a:bodyPr/>
        <a:lstStyle/>
        <a:p>
          <a:endParaRPr lang="en-GB"/>
        </a:p>
      </dgm:t>
    </dgm:pt>
    <dgm:pt modelId="{5FCEB4A4-50DF-430D-8484-AAADF915B936}" type="sibTrans" cxnId="{12A2E2BE-A0B0-4FCC-A25B-E85FDF975AE8}">
      <dgm:prSet/>
      <dgm:spPr/>
      <dgm:t>
        <a:bodyPr/>
        <a:lstStyle/>
        <a:p>
          <a:endParaRPr lang="en-GB"/>
        </a:p>
      </dgm:t>
    </dgm:pt>
    <dgm:pt modelId="{4B7F0EE2-ABD6-4BC4-9D52-0520F2309B99}">
      <dgm:prSet phldrT="[Text]" phldr="0" custT="1"/>
      <dgm:spPr/>
      <dgm:t>
        <a:bodyPr/>
        <a:lstStyle/>
        <a:p>
          <a:r>
            <a:rPr lang="en-US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8. Dodavanje funkcionalnosti</a:t>
          </a:r>
        </a:p>
        <a:p>
          <a:r>
            <a:rPr lang="en-GB" sz="1200" b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Pravljenje SQL upita unutar aplikacije i osposobljavanje Administratorskih izmena nad bazom</a:t>
          </a:r>
          <a:endParaRPr lang="en-GB" sz="1100" b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04EB75A-F22A-48A3-8E91-5A79F0D3BF76}" type="parTrans" cxnId="{5EC7877F-7944-406E-A5CB-FDC26C60C6E4}">
      <dgm:prSet/>
      <dgm:spPr/>
      <dgm:t>
        <a:bodyPr/>
        <a:lstStyle/>
        <a:p>
          <a:endParaRPr lang="en-GB"/>
        </a:p>
      </dgm:t>
    </dgm:pt>
    <dgm:pt modelId="{152DD57C-2EB5-4DB6-856C-4B823B7D2414}" type="sibTrans" cxnId="{5EC7877F-7944-406E-A5CB-FDC26C60C6E4}">
      <dgm:prSet/>
      <dgm:spPr/>
      <dgm:t>
        <a:bodyPr/>
        <a:lstStyle/>
        <a:p>
          <a:endParaRPr lang="en-GB"/>
        </a:p>
      </dgm:t>
    </dgm:pt>
    <dgm:pt modelId="{8053F18E-4866-4DF8-B438-964DFFF548AA}">
      <dgm:prSet phldrT="[Text]" phldr="0" custT="1"/>
      <dgm:spPr/>
      <dgm:t>
        <a:bodyPr/>
        <a:lstStyle/>
        <a:p>
          <a:r>
            <a:rPr lang="en-US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9. Testiranje</a:t>
          </a:r>
        </a:p>
        <a:p>
          <a:r>
            <a:rPr lang="en-US" sz="1200" b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Proba aplikacije i potvrda svih funkcionalnost</a:t>
          </a:r>
        </a:p>
      </dgm:t>
    </dgm:pt>
    <dgm:pt modelId="{C27D5856-7DCA-4D1E-B7C9-5A078EAB0D77}" type="parTrans" cxnId="{B977E996-E84A-4180-A510-9093A4A3763A}">
      <dgm:prSet/>
      <dgm:spPr/>
      <dgm:t>
        <a:bodyPr/>
        <a:lstStyle/>
        <a:p>
          <a:endParaRPr lang="en-GB"/>
        </a:p>
      </dgm:t>
    </dgm:pt>
    <dgm:pt modelId="{8739329B-3964-4278-B445-2E5697F5BEBE}" type="sibTrans" cxnId="{B977E996-E84A-4180-A510-9093A4A3763A}">
      <dgm:prSet/>
      <dgm:spPr/>
      <dgm:t>
        <a:bodyPr/>
        <a:lstStyle/>
        <a:p>
          <a:endParaRPr lang="en-GB"/>
        </a:p>
      </dgm:t>
    </dgm:pt>
    <dgm:pt modelId="{34567284-E81B-4CD0-B034-90B82C79E5CB}" type="pres">
      <dgm:prSet presAssocID="{B6D3FC2E-7D11-4321-A765-59F7FD3209C4}" presName="Name0" presStyleCnt="0">
        <dgm:presLayoutVars>
          <dgm:dir/>
          <dgm:resizeHandles/>
        </dgm:presLayoutVars>
      </dgm:prSet>
      <dgm:spPr/>
    </dgm:pt>
    <dgm:pt modelId="{5619A91A-A9FD-4B45-AC74-9670E338652D}" type="pres">
      <dgm:prSet presAssocID="{C436F0BF-975E-45A9-BDE3-A2EA187105CE}" presName="compNode" presStyleCnt="0"/>
      <dgm:spPr/>
    </dgm:pt>
    <dgm:pt modelId="{F8D0B9E1-FF38-4B6E-855D-FEA6A46E56AF}" type="pres">
      <dgm:prSet presAssocID="{C436F0BF-975E-45A9-BDE3-A2EA187105CE}" presName="dummyConnPt" presStyleCnt="0"/>
      <dgm:spPr/>
    </dgm:pt>
    <dgm:pt modelId="{BA0F0DC7-D055-4FCD-9FC0-D60B36614BB8}" type="pres">
      <dgm:prSet presAssocID="{C436F0BF-975E-45A9-BDE3-A2EA187105CE}" presName="node" presStyleLbl="node1" presStyleIdx="0" presStyleCnt="9">
        <dgm:presLayoutVars>
          <dgm:bulletEnabled val="1"/>
        </dgm:presLayoutVars>
      </dgm:prSet>
      <dgm:spPr/>
    </dgm:pt>
    <dgm:pt modelId="{23192D56-6672-42F0-A3A4-0BEB54103FD4}" type="pres">
      <dgm:prSet presAssocID="{BF1ACD57-2596-45CD-BF98-E1BDB9C3B0BA}" presName="sibTrans" presStyleLbl="bgSibTrans2D1" presStyleIdx="0" presStyleCnt="8"/>
      <dgm:spPr/>
    </dgm:pt>
    <dgm:pt modelId="{F2EF1F9A-F483-4CF8-8D31-1874A9A49D7D}" type="pres">
      <dgm:prSet presAssocID="{7706B4DF-E72D-4A73-A95C-A2E6A05349A2}" presName="compNode" presStyleCnt="0"/>
      <dgm:spPr/>
    </dgm:pt>
    <dgm:pt modelId="{BBD6E845-E6A7-47EE-AF2A-05B469B2D3B2}" type="pres">
      <dgm:prSet presAssocID="{7706B4DF-E72D-4A73-A95C-A2E6A05349A2}" presName="dummyConnPt" presStyleCnt="0"/>
      <dgm:spPr/>
    </dgm:pt>
    <dgm:pt modelId="{D5C64641-0632-453C-88C6-DE1EAE23F49B}" type="pres">
      <dgm:prSet presAssocID="{7706B4DF-E72D-4A73-A95C-A2E6A05349A2}" presName="node" presStyleLbl="node1" presStyleIdx="1" presStyleCnt="9">
        <dgm:presLayoutVars>
          <dgm:bulletEnabled val="1"/>
        </dgm:presLayoutVars>
      </dgm:prSet>
      <dgm:spPr/>
    </dgm:pt>
    <dgm:pt modelId="{89555CC4-50D8-4C6F-A9CF-01AC23253C46}" type="pres">
      <dgm:prSet presAssocID="{03C7DCFC-3AA2-42B5-94C9-181E56717F31}" presName="sibTrans" presStyleLbl="bgSibTrans2D1" presStyleIdx="1" presStyleCnt="8"/>
      <dgm:spPr/>
    </dgm:pt>
    <dgm:pt modelId="{7EDBC1F7-C7FD-4EC8-94D0-C9308FB9A485}" type="pres">
      <dgm:prSet presAssocID="{F9973DBC-F588-4F19-82C3-296087D47845}" presName="compNode" presStyleCnt="0"/>
      <dgm:spPr/>
    </dgm:pt>
    <dgm:pt modelId="{3EECDB07-875F-4BAC-806C-53DFE15C1B3C}" type="pres">
      <dgm:prSet presAssocID="{F9973DBC-F588-4F19-82C3-296087D47845}" presName="dummyConnPt" presStyleCnt="0"/>
      <dgm:spPr/>
    </dgm:pt>
    <dgm:pt modelId="{D32F0565-48CC-4FEA-8F64-D1BC04EA970D}" type="pres">
      <dgm:prSet presAssocID="{F9973DBC-F588-4F19-82C3-296087D47845}" presName="node" presStyleLbl="node1" presStyleIdx="2" presStyleCnt="9">
        <dgm:presLayoutVars>
          <dgm:bulletEnabled val="1"/>
        </dgm:presLayoutVars>
      </dgm:prSet>
      <dgm:spPr/>
    </dgm:pt>
    <dgm:pt modelId="{9A2C8FE0-AE4E-43E7-A634-25609DEF477A}" type="pres">
      <dgm:prSet presAssocID="{B48E5D14-6C16-434A-81C4-0EF91500F9E0}" presName="sibTrans" presStyleLbl="bgSibTrans2D1" presStyleIdx="2" presStyleCnt="8"/>
      <dgm:spPr/>
    </dgm:pt>
    <dgm:pt modelId="{7BE5053E-407B-440A-B61E-9D0E4A815FEA}" type="pres">
      <dgm:prSet presAssocID="{9A14F504-90EF-4947-9285-ADD1AEFB9080}" presName="compNode" presStyleCnt="0"/>
      <dgm:spPr/>
    </dgm:pt>
    <dgm:pt modelId="{E0C2BB58-AED1-4969-92AC-CB8C213BCC1A}" type="pres">
      <dgm:prSet presAssocID="{9A14F504-90EF-4947-9285-ADD1AEFB9080}" presName="dummyConnPt" presStyleCnt="0"/>
      <dgm:spPr/>
    </dgm:pt>
    <dgm:pt modelId="{182187FB-91DA-4A80-B68C-3D50FF708364}" type="pres">
      <dgm:prSet presAssocID="{9A14F504-90EF-4947-9285-ADD1AEFB9080}" presName="node" presStyleLbl="node1" presStyleIdx="3" presStyleCnt="9">
        <dgm:presLayoutVars>
          <dgm:bulletEnabled val="1"/>
        </dgm:presLayoutVars>
      </dgm:prSet>
      <dgm:spPr/>
    </dgm:pt>
    <dgm:pt modelId="{3A960344-0134-4FF3-A2E4-F8AEFEF13BDF}" type="pres">
      <dgm:prSet presAssocID="{8EBDCC12-7F62-441C-B79F-DB0C1A1C673B}" presName="sibTrans" presStyleLbl="bgSibTrans2D1" presStyleIdx="3" presStyleCnt="8"/>
      <dgm:spPr/>
    </dgm:pt>
    <dgm:pt modelId="{09AB42A0-AABB-44B0-9442-090E895FB498}" type="pres">
      <dgm:prSet presAssocID="{BD57231C-5EB5-4624-B5D8-C85FDDF9BFFD}" presName="compNode" presStyleCnt="0"/>
      <dgm:spPr/>
    </dgm:pt>
    <dgm:pt modelId="{AD878009-E905-47F8-A847-73918F593822}" type="pres">
      <dgm:prSet presAssocID="{BD57231C-5EB5-4624-B5D8-C85FDDF9BFFD}" presName="dummyConnPt" presStyleCnt="0"/>
      <dgm:spPr/>
    </dgm:pt>
    <dgm:pt modelId="{2683384E-D46C-4EA9-9195-38D858F7F693}" type="pres">
      <dgm:prSet presAssocID="{BD57231C-5EB5-4624-B5D8-C85FDDF9BFFD}" presName="node" presStyleLbl="node1" presStyleIdx="4" presStyleCnt="9">
        <dgm:presLayoutVars>
          <dgm:bulletEnabled val="1"/>
        </dgm:presLayoutVars>
      </dgm:prSet>
      <dgm:spPr/>
    </dgm:pt>
    <dgm:pt modelId="{087DCB9C-12DF-4BE6-88CA-088521138EB9}" type="pres">
      <dgm:prSet presAssocID="{7B190694-F4FC-4C59-8444-24A38FFD67EA}" presName="sibTrans" presStyleLbl="bgSibTrans2D1" presStyleIdx="4" presStyleCnt="8"/>
      <dgm:spPr/>
    </dgm:pt>
    <dgm:pt modelId="{840F39BB-A3B9-4F54-AD23-50536B0D42E3}" type="pres">
      <dgm:prSet presAssocID="{F2C1EFE2-572E-44BD-B165-EE7CACCEEE8C}" presName="compNode" presStyleCnt="0"/>
      <dgm:spPr/>
    </dgm:pt>
    <dgm:pt modelId="{A5D730BF-7748-4DA1-9097-C3029459DD29}" type="pres">
      <dgm:prSet presAssocID="{F2C1EFE2-572E-44BD-B165-EE7CACCEEE8C}" presName="dummyConnPt" presStyleCnt="0"/>
      <dgm:spPr/>
    </dgm:pt>
    <dgm:pt modelId="{6E35EBE7-1079-488F-8289-54E2B42E8E53}" type="pres">
      <dgm:prSet presAssocID="{F2C1EFE2-572E-44BD-B165-EE7CACCEEE8C}" presName="node" presStyleLbl="node1" presStyleIdx="5" presStyleCnt="9">
        <dgm:presLayoutVars>
          <dgm:bulletEnabled val="1"/>
        </dgm:presLayoutVars>
      </dgm:prSet>
      <dgm:spPr/>
    </dgm:pt>
    <dgm:pt modelId="{335D136B-9195-4A5F-A351-799F461841F8}" type="pres">
      <dgm:prSet presAssocID="{70245766-8294-4BD7-9A87-B75689967CBA}" presName="sibTrans" presStyleLbl="bgSibTrans2D1" presStyleIdx="5" presStyleCnt="8"/>
      <dgm:spPr/>
    </dgm:pt>
    <dgm:pt modelId="{618F451F-EEB9-4425-B454-5E3905AA17DD}" type="pres">
      <dgm:prSet presAssocID="{E3B05F92-07C9-4C67-BA51-D6B67AB9F0B7}" presName="compNode" presStyleCnt="0"/>
      <dgm:spPr/>
    </dgm:pt>
    <dgm:pt modelId="{24A2E647-D818-4B1F-AB6E-5D391CC69977}" type="pres">
      <dgm:prSet presAssocID="{E3B05F92-07C9-4C67-BA51-D6B67AB9F0B7}" presName="dummyConnPt" presStyleCnt="0"/>
      <dgm:spPr/>
    </dgm:pt>
    <dgm:pt modelId="{B65FD7AD-D7B5-409C-B759-8001DB94D69B}" type="pres">
      <dgm:prSet presAssocID="{E3B05F92-07C9-4C67-BA51-D6B67AB9F0B7}" presName="node" presStyleLbl="node1" presStyleIdx="6" presStyleCnt="9">
        <dgm:presLayoutVars>
          <dgm:bulletEnabled val="1"/>
        </dgm:presLayoutVars>
      </dgm:prSet>
      <dgm:spPr/>
    </dgm:pt>
    <dgm:pt modelId="{A69B1465-F761-4248-B39F-2C4109FEB0B8}" type="pres">
      <dgm:prSet presAssocID="{5FCEB4A4-50DF-430D-8484-AAADF915B936}" presName="sibTrans" presStyleLbl="bgSibTrans2D1" presStyleIdx="6" presStyleCnt="8"/>
      <dgm:spPr/>
    </dgm:pt>
    <dgm:pt modelId="{78EE93C5-8176-465C-8154-06272E87E238}" type="pres">
      <dgm:prSet presAssocID="{4B7F0EE2-ABD6-4BC4-9D52-0520F2309B99}" presName="compNode" presStyleCnt="0"/>
      <dgm:spPr/>
    </dgm:pt>
    <dgm:pt modelId="{EFA807A4-5D28-4C4B-ADD9-A51F81283F49}" type="pres">
      <dgm:prSet presAssocID="{4B7F0EE2-ABD6-4BC4-9D52-0520F2309B99}" presName="dummyConnPt" presStyleCnt="0"/>
      <dgm:spPr/>
    </dgm:pt>
    <dgm:pt modelId="{0D88C13B-AE24-4C7B-B25B-12282E2BC57D}" type="pres">
      <dgm:prSet presAssocID="{4B7F0EE2-ABD6-4BC4-9D52-0520F2309B99}" presName="node" presStyleLbl="node1" presStyleIdx="7" presStyleCnt="9">
        <dgm:presLayoutVars>
          <dgm:bulletEnabled val="1"/>
        </dgm:presLayoutVars>
      </dgm:prSet>
      <dgm:spPr/>
    </dgm:pt>
    <dgm:pt modelId="{1E4360FC-645D-45C1-B501-6DFA8AD5863C}" type="pres">
      <dgm:prSet presAssocID="{152DD57C-2EB5-4DB6-856C-4B823B7D2414}" presName="sibTrans" presStyleLbl="bgSibTrans2D1" presStyleIdx="7" presStyleCnt="8"/>
      <dgm:spPr/>
    </dgm:pt>
    <dgm:pt modelId="{7F55F2DF-4AD3-4B96-B858-37A5EE736A60}" type="pres">
      <dgm:prSet presAssocID="{8053F18E-4866-4DF8-B438-964DFFF548AA}" presName="compNode" presStyleCnt="0"/>
      <dgm:spPr/>
    </dgm:pt>
    <dgm:pt modelId="{611071A6-D91F-4D92-B3F0-248FC86FD99F}" type="pres">
      <dgm:prSet presAssocID="{8053F18E-4866-4DF8-B438-964DFFF548AA}" presName="dummyConnPt" presStyleCnt="0"/>
      <dgm:spPr/>
    </dgm:pt>
    <dgm:pt modelId="{3B0AA6CC-B8BF-4D22-8CB2-C9E69CB83400}" type="pres">
      <dgm:prSet presAssocID="{8053F18E-4866-4DF8-B438-964DFFF548AA}" presName="node" presStyleLbl="node1" presStyleIdx="8" presStyleCnt="9">
        <dgm:presLayoutVars>
          <dgm:bulletEnabled val="1"/>
        </dgm:presLayoutVars>
      </dgm:prSet>
      <dgm:spPr/>
    </dgm:pt>
  </dgm:ptLst>
  <dgm:cxnLst>
    <dgm:cxn modelId="{EC28CC08-87F2-493B-9884-BFE15233A2D5}" type="presOf" srcId="{7B190694-F4FC-4C59-8444-24A38FFD67EA}" destId="{087DCB9C-12DF-4BE6-88CA-088521138EB9}" srcOrd="0" destOrd="0" presId="urn:microsoft.com/office/officeart/2005/8/layout/bProcess4"/>
    <dgm:cxn modelId="{27635911-D411-4020-9276-7D7A99010589}" type="presOf" srcId="{BF1ACD57-2596-45CD-BF98-E1BDB9C3B0BA}" destId="{23192D56-6672-42F0-A3A4-0BEB54103FD4}" srcOrd="0" destOrd="0" presId="urn:microsoft.com/office/officeart/2005/8/layout/bProcess4"/>
    <dgm:cxn modelId="{5405FB12-6038-4F51-8B28-115C825365AF}" srcId="{B6D3FC2E-7D11-4321-A765-59F7FD3209C4}" destId="{9A14F504-90EF-4947-9285-ADD1AEFB9080}" srcOrd="3" destOrd="0" parTransId="{38AB8835-9A2D-435C-8432-EFE8AF5C3BA8}" sibTransId="{8EBDCC12-7F62-441C-B79F-DB0C1A1C673B}"/>
    <dgm:cxn modelId="{C79B041C-9F7B-4B30-A24E-DD6579CE0D2D}" type="presOf" srcId="{9A14F504-90EF-4947-9285-ADD1AEFB9080}" destId="{182187FB-91DA-4A80-B68C-3D50FF708364}" srcOrd="0" destOrd="0" presId="urn:microsoft.com/office/officeart/2005/8/layout/bProcess4"/>
    <dgm:cxn modelId="{7BB46A23-0D3E-4CE5-82F2-E463A748CBAA}" type="presOf" srcId="{E3B05F92-07C9-4C67-BA51-D6B67AB9F0B7}" destId="{B65FD7AD-D7B5-409C-B759-8001DB94D69B}" srcOrd="0" destOrd="0" presId="urn:microsoft.com/office/officeart/2005/8/layout/bProcess4"/>
    <dgm:cxn modelId="{EDD4B424-E238-4DAE-B8EF-BF543806A581}" type="presOf" srcId="{5FCEB4A4-50DF-430D-8484-AAADF915B936}" destId="{A69B1465-F761-4248-B39F-2C4109FEB0B8}" srcOrd="0" destOrd="0" presId="urn:microsoft.com/office/officeart/2005/8/layout/bProcess4"/>
    <dgm:cxn modelId="{D8C77632-FAB7-4D6D-BE8C-59E7CC71AB36}" srcId="{B6D3FC2E-7D11-4321-A765-59F7FD3209C4}" destId="{C436F0BF-975E-45A9-BDE3-A2EA187105CE}" srcOrd="0" destOrd="0" parTransId="{A52F1AC5-01F3-467B-9583-41C015E34929}" sibTransId="{BF1ACD57-2596-45CD-BF98-E1BDB9C3B0BA}"/>
    <dgm:cxn modelId="{A037213C-F3F1-49BA-AF29-07604923C3A8}" srcId="{B6D3FC2E-7D11-4321-A765-59F7FD3209C4}" destId="{F9973DBC-F588-4F19-82C3-296087D47845}" srcOrd="2" destOrd="0" parTransId="{E572C094-5B56-4A07-824C-1ADF6AE01EBB}" sibTransId="{B48E5D14-6C16-434A-81C4-0EF91500F9E0}"/>
    <dgm:cxn modelId="{E2CAB840-6F1A-4019-AAD1-6E13D25BE80F}" type="presOf" srcId="{B48E5D14-6C16-434A-81C4-0EF91500F9E0}" destId="{9A2C8FE0-AE4E-43E7-A634-25609DEF477A}" srcOrd="0" destOrd="0" presId="urn:microsoft.com/office/officeart/2005/8/layout/bProcess4"/>
    <dgm:cxn modelId="{B92CCF5C-4EB4-4A3F-8789-1FD8990F9B64}" type="presOf" srcId="{F9973DBC-F588-4F19-82C3-296087D47845}" destId="{D32F0565-48CC-4FEA-8F64-D1BC04EA970D}" srcOrd="0" destOrd="0" presId="urn:microsoft.com/office/officeart/2005/8/layout/bProcess4"/>
    <dgm:cxn modelId="{67596766-D455-4378-AEC6-1BD2A72561B6}" type="presOf" srcId="{8053F18E-4866-4DF8-B438-964DFFF548AA}" destId="{3B0AA6CC-B8BF-4D22-8CB2-C9E69CB83400}" srcOrd="0" destOrd="0" presId="urn:microsoft.com/office/officeart/2005/8/layout/bProcess4"/>
    <dgm:cxn modelId="{920C104A-12EF-4ED8-8F7E-E5F7EA59C39D}" srcId="{B6D3FC2E-7D11-4321-A765-59F7FD3209C4}" destId="{F2C1EFE2-572E-44BD-B165-EE7CACCEEE8C}" srcOrd="5" destOrd="0" parTransId="{5DE3714E-753C-4F37-BA60-CD699B36E0A6}" sibTransId="{70245766-8294-4BD7-9A87-B75689967CBA}"/>
    <dgm:cxn modelId="{5EC7877F-7944-406E-A5CB-FDC26C60C6E4}" srcId="{B6D3FC2E-7D11-4321-A765-59F7FD3209C4}" destId="{4B7F0EE2-ABD6-4BC4-9D52-0520F2309B99}" srcOrd="7" destOrd="0" parTransId="{104EB75A-F22A-48A3-8E91-5A79F0D3BF76}" sibTransId="{152DD57C-2EB5-4DB6-856C-4B823B7D2414}"/>
    <dgm:cxn modelId="{B977E996-E84A-4180-A510-9093A4A3763A}" srcId="{B6D3FC2E-7D11-4321-A765-59F7FD3209C4}" destId="{8053F18E-4866-4DF8-B438-964DFFF548AA}" srcOrd="8" destOrd="0" parTransId="{C27D5856-7DCA-4D1E-B7C9-5A078EAB0D77}" sibTransId="{8739329B-3964-4278-B445-2E5697F5BEBE}"/>
    <dgm:cxn modelId="{CF5B9498-5953-43FE-AA83-EAE24F1DA18E}" type="presOf" srcId="{4B7F0EE2-ABD6-4BC4-9D52-0520F2309B99}" destId="{0D88C13B-AE24-4C7B-B25B-12282E2BC57D}" srcOrd="0" destOrd="0" presId="urn:microsoft.com/office/officeart/2005/8/layout/bProcess4"/>
    <dgm:cxn modelId="{9122E39D-1426-4530-ABFB-C1D8CB002DFF}" type="presOf" srcId="{B6D3FC2E-7D11-4321-A765-59F7FD3209C4}" destId="{34567284-E81B-4CD0-B034-90B82C79E5CB}" srcOrd="0" destOrd="0" presId="urn:microsoft.com/office/officeart/2005/8/layout/bProcess4"/>
    <dgm:cxn modelId="{C5E6D29E-0B4C-43C5-9DA0-20DA5315E036}" type="presOf" srcId="{152DD57C-2EB5-4DB6-856C-4B823B7D2414}" destId="{1E4360FC-645D-45C1-B501-6DFA8AD5863C}" srcOrd="0" destOrd="0" presId="urn:microsoft.com/office/officeart/2005/8/layout/bProcess4"/>
    <dgm:cxn modelId="{26EC28A9-4A52-4658-8EFB-FA8375C9D493}" type="presOf" srcId="{BD57231C-5EB5-4624-B5D8-C85FDDF9BFFD}" destId="{2683384E-D46C-4EA9-9195-38D858F7F693}" srcOrd="0" destOrd="0" presId="urn:microsoft.com/office/officeart/2005/8/layout/bProcess4"/>
    <dgm:cxn modelId="{22CD7CB1-A4BB-4256-9A87-BBE6533C3F72}" type="presOf" srcId="{70245766-8294-4BD7-9A87-B75689967CBA}" destId="{335D136B-9195-4A5F-A351-799F461841F8}" srcOrd="0" destOrd="0" presId="urn:microsoft.com/office/officeart/2005/8/layout/bProcess4"/>
    <dgm:cxn modelId="{42728CB8-3427-4D72-966C-536665AFCB7F}" type="presOf" srcId="{C436F0BF-975E-45A9-BDE3-A2EA187105CE}" destId="{BA0F0DC7-D055-4FCD-9FC0-D60B36614BB8}" srcOrd="0" destOrd="0" presId="urn:microsoft.com/office/officeart/2005/8/layout/bProcess4"/>
    <dgm:cxn modelId="{4A4C35BA-2F41-428B-ACCB-D2AFF348C2C1}" srcId="{B6D3FC2E-7D11-4321-A765-59F7FD3209C4}" destId="{7706B4DF-E72D-4A73-A95C-A2E6A05349A2}" srcOrd="1" destOrd="0" parTransId="{CCB81DAE-BE3F-4DB8-956A-9BBF40DD9061}" sibTransId="{03C7DCFC-3AA2-42B5-94C9-181E56717F31}"/>
    <dgm:cxn modelId="{BB8015BD-1EC9-44D8-AD7F-05715024157A}" type="presOf" srcId="{F2C1EFE2-572E-44BD-B165-EE7CACCEEE8C}" destId="{6E35EBE7-1079-488F-8289-54E2B42E8E53}" srcOrd="0" destOrd="0" presId="urn:microsoft.com/office/officeart/2005/8/layout/bProcess4"/>
    <dgm:cxn modelId="{12A2E2BE-A0B0-4FCC-A25B-E85FDF975AE8}" srcId="{B6D3FC2E-7D11-4321-A765-59F7FD3209C4}" destId="{E3B05F92-07C9-4C67-BA51-D6B67AB9F0B7}" srcOrd="6" destOrd="0" parTransId="{2401777D-7A0A-470B-9503-BB56B93FBDF4}" sibTransId="{5FCEB4A4-50DF-430D-8484-AAADF915B936}"/>
    <dgm:cxn modelId="{E3D550D5-030E-47E2-A76F-8CE2FBE5EA89}" type="presOf" srcId="{7706B4DF-E72D-4A73-A95C-A2E6A05349A2}" destId="{D5C64641-0632-453C-88C6-DE1EAE23F49B}" srcOrd="0" destOrd="0" presId="urn:microsoft.com/office/officeart/2005/8/layout/bProcess4"/>
    <dgm:cxn modelId="{8C4B4ED9-9910-4C31-8BAE-9AD399A58C48}" type="presOf" srcId="{8EBDCC12-7F62-441C-B79F-DB0C1A1C673B}" destId="{3A960344-0134-4FF3-A2E4-F8AEFEF13BDF}" srcOrd="0" destOrd="0" presId="urn:microsoft.com/office/officeart/2005/8/layout/bProcess4"/>
    <dgm:cxn modelId="{7EB9C3F3-0F4E-46BA-AD1A-39CECC48EC92}" type="presOf" srcId="{03C7DCFC-3AA2-42B5-94C9-181E56717F31}" destId="{89555CC4-50D8-4C6F-A9CF-01AC23253C46}" srcOrd="0" destOrd="0" presId="urn:microsoft.com/office/officeart/2005/8/layout/bProcess4"/>
    <dgm:cxn modelId="{23F4CDFA-A1C2-41E1-8F89-361CCB2E7566}" srcId="{B6D3FC2E-7D11-4321-A765-59F7FD3209C4}" destId="{BD57231C-5EB5-4624-B5D8-C85FDDF9BFFD}" srcOrd="4" destOrd="0" parTransId="{EBFA4860-AE2E-46E5-B10C-774C83D0A50F}" sibTransId="{7B190694-F4FC-4C59-8444-24A38FFD67EA}"/>
    <dgm:cxn modelId="{44E13DB2-E7B1-4327-A074-F50E85975A27}" type="presParOf" srcId="{34567284-E81B-4CD0-B034-90B82C79E5CB}" destId="{5619A91A-A9FD-4B45-AC74-9670E338652D}" srcOrd="0" destOrd="0" presId="urn:microsoft.com/office/officeart/2005/8/layout/bProcess4"/>
    <dgm:cxn modelId="{4D9CAF5B-937E-433D-9DD7-7B7CA27A9EFD}" type="presParOf" srcId="{5619A91A-A9FD-4B45-AC74-9670E338652D}" destId="{F8D0B9E1-FF38-4B6E-855D-FEA6A46E56AF}" srcOrd="0" destOrd="0" presId="urn:microsoft.com/office/officeart/2005/8/layout/bProcess4"/>
    <dgm:cxn modelId="{2FAC8A00-7C99-45A8-83B7-F8FF471D3426}" type="presParOf" srcId="{5619A91A-A9FD-4B45-AC74-9670E338652D}" destId="{BA0F0DC7-D055-4FCD-9FC0-D60B36614BB8}" srcOrd="1" destOrd="0" presId="urn:microsoft.com/office/officeart/2005/8/layout/bProcess4"/>
    <dgm:cxn modelId="{81C53250-4837-4DB0-BF32-940C09036CFC}" type="presParOf" srcId="{34567284-E81B-4CD0-B034-90B82C79E5CB}" destId="{23192D56-6672-42F0-A3A4-0BEB54103FD4}" srcOrd="1" destOrd="0" presId="urn:microsoft.com/office/officeart/2005/8/layout/bProcess4"/>
    <dgm:cxn modelId="{1966ECFD-1803-4775-BEB0-F172F3FDE009}" type="presParOf" srcId="{34567284-E81B-4CD0-B034-90B82C79E5CB}" destId="{F2EF1F9A-F483-4CF8-8D31-1874A9A49D7D}" srcOrd="2" destOrd="0" presId="urn:microsoft.com/office/officeart/2005/8/layout/bProcess4"/>
    <dgm:cxn modelId="{EBD078A8-EEA5-4DBC-BFC7-58D884AAE995}" type="presParOf" srcId="{F2EF1F9A-F483-4CF8-8D31-1874A9A49D7D}" destId="{BBD6E845-E6A7-47EE-AF2A-05B469B2D3B2}" srcOrd="0" destOrd="0" presId="urn:microsoft.com/office/officeart/2005/8/layout/bProcess4"/>
    <dgm:cxn modelId="{CA5553CF-D4B8-49B2-A168-39BE0309BE36}" type="presParOf" srcId="{F2EF1F9A-F483-4CF8-8D31-1874A9A49D7D}" destId="{D5C64641-0632-453C-88C6-DE1EAE23F49B}" srcOrd="1" destOrd="0" presId="urn:microsoft.com/office/officeart/2005/8/layout/bProcess4"/>
    <dgm:cxn modelId="{3B3450A9-FD42-485D-8777-CD1BE859BEC6}" type="presParOf" srcId="{34567284-E81B-4CD0-B034-90B82C79E5CB}" destId="{89555CC4-50D8-4C6F-A9CF-01AC23253C46}" srcOrd="3" destOrd="0" presId="urn:microsoft.com/office/officeart/2005/8/layout/bProcess4"/>
    <dgm:cxn modelId="{48B3574C-C0A9-48DF-B6A2-7A591E5B346C}" type="presParOf" srcId="{34567284-E81B-4CD0-B034-90B82C79E5CB}" destId="{7EDBC1F7-C7FD-4EC8-94D0-C9308FB9A485}" srcOrd="4" destOrd="0" presId="urn:microsoft.com/office/officeart/2005/8/layout/bProcess4"/>
    <dgm:cxn modelId="{7D16B3B5-378C-40D0-868C-8CC171198061}" type="presParOf" srcId="{7EDBC1F7-C7FD-4EC8-94D0-C9308FB9A485}" destId="{3EECDB07-875F-4BAC-806C-53DFE15C1B3C}" srcOrd="0" destOrd="0" presId="urn:microsoft.com/office/officeart/2005/8/layout/bProcess4"/>
    <dgm:cxn modelId="{18C2632E-1448-4B43-9102-4CF0FAD7AB0E}" type="presParOf" srcId="{7EDBC1F7-C7FD-4EC8-94D0-C9308FB9A485}" destId="{D32F0565-48CC-4FEA-8F64-D1BC04EA970D}" srcOrd="1" destOrd="0" presId="urn:microsoft.com/office/officeart/2005/8/layout/bProcess4"/>
    <dgm:cxn modelId="{44A6E96F-66E7-4E9C-B675-1E79FAF7BF66}" type="presParOf" srcId="{34567284-E81B-4CD0-B034-90B82C79E5CB}" destId="{9A2C8FE0-AE4E-43E7-A634-25609DEF477A}" srcOrd="5" destOrd="0" presId="urn:microsoft.com/office/officeart/2005/8/layout/bProcess4"/>
    <dgm:cxn modelId="{A6A50EC6-C1FC-4D4C-8224-E47705E440BE}" type="presParOf" srcId="{34567284-E81B-4CD0-B034-90B82C79E5CB}" destId="{7BE5053E-407B-440A-B61E-9D0E4A815FEA}" srcOrd="6" destOrd="0" presId="urn:microsoft.com/office/officeart/2005/8/layout/bProcess4"/>
    <dgm:cxn modelId="{9A5F7897-C473-40E8-AB3B-72E9CCA92508}" type="presParOf" srcId="{7BE5053E-407B-440A-B61E-9D0E4A815FEA}" destId="{E0C2BB58-AED1-4969-92AC-CB8C213BCC1A}" srcOrd="0" destOrd="0" presId="urn:microsoft.com/office/officeart/2005/8/layout/bProcess4"/>
    <dgm:cxn modelId="{4FF3F3ED-9B08-461E-9C18-751CF7798468}" type="presParOf" srcId="{7BE5053E-407B-440A-B61E-9D0E4A815FEA}" destId="{182187FB-91DA-4A80-B68C-3D50FF708364}" srcOrd="1" destOrd="0" presId="urn:microsoft.com/office/officeart/2005/8/layout/bProcess4"/>
    <dgm:cxn modelId="{D5758ADF-8454-4DED-92A6-9CCF3B8F318F}" type="presParOf" srcId="{34567284-E81B-4CD0-B034-90B82C79E5CB}" destId="{3A960344-0134-4FF3-A2E4-F8AEFEF13BDF}" srcOrd="7" destOrd="0" presId="urn:microsoft.com/office/officeart/2005/8/layout/bProcess4"/>
    <dgm:cxn modelId="{C1E3E4C6-32AA-4684-920A-09AFF8F640A4}" type="presParOf" srcId="{34567284-E81B-4CD0-B034-90B82C79E5CB}" destId="{09AB42A0-AABB-44B0-9442-090E895FB498}" srcOrd="8" destOrd="0" presId="urn:microsoft.com/office/officeart/2005/8/layout/bProcess4"/>
    <dgm:cxn modelId="{7F201C15-B66A-41EC-AE61-94C84835FA6B}" type="presParOf" srcId="{09AB42A0-AABB-44B0-9442-090E895FB498}" destId="{AD878009-E905-47F8-A847-73918F593822}" srcOrd="0" destOrd="0" presId="urn:microsoft.com/office/officeart/2005/8/layout/bProcess4"/>
    <dgm:cxn modelId="{35215C95-B8E4-4A30-A861-935674944A04}" type="presParOf" srcId="{09AB42A0-AABB-44B0-9442-090E895FB498}" destId="{2683384E-D46C-4EA9-9195-38D858F7F693}" srcOrd="1" destOrd="0" presId="urn:microsoft.com/office/officeart/2005/8/layout/bProcess4"/>
    <dgm:cxn modelId="{0CAD0FAE-0500-496C-8F6F-FA434781B925}" type="presParOf" srcId="{34567284-E81B-4CD0-B034-90B82C79E5CB}" destId="{087DCB9C-12DF-4BE6-88CA-088521138EB9}" srcOrd="9" destOrd="0" presId="urn:microsoft.com/office/officeart/2005/8/layout/bProcess4"/>
    <dgm:cxn modelId="{83BD7F93-14DE-4058-9C94-5B6A86A73BFC}" type="presParOf" srcId="{34567284-E81B-4CD0-B034-90B82C79E5CB}" destId="{840F39BB-A3B9-4F54-AD23-50536B0D42E3}" srcOrd="10" destOrd="0" presId="urn:microsoft.com/office/officeart/2005/8/layout/bProcess4"/>
    <dgm:cxn modelId="{A75359AB-3B67-4A22-B1BD-C71D8059764A}" type="presParOf" srcId="{840F39BB-A3B9-4F54-AD23-50536B0D42E3}" destId="{A5D730BF-7748-4DA1-9097-C3029459DD29}" srcOrd="0" destOrd="0" presId="urn:microsoft.com/office/officeart/2005/8/layout/bProcess4"/>
    <dgm:cxn modelId="{379DA937-A819-42D7-81C0-7EFA137E402E}" type="presParOf" srcId="{840F39BB-A3B9-4F54-AD23-50536B0D42E3}" destId="{6E35EBE7-1079-488F-8289-54E2B42E8E53}" srcOrd="1" destOrd="0" presId="urn:microsoft.com/office/officeart/2005/8/layout/bProcess4"/>
    <dgm:cxn modelId="{2E13E9BA-F1E9-4B63-802E-BE67B52F1CE0}" type="presParOf" srcId="{34567284-E81B-4CD0-B034-90B82C79E5CB}" destId="{335D136B-9195-4A5F-A351-799F461841F8}" srcOrd="11" destOrd="0" presId="urn:microsoft.com/office/officeart/2005/8/layout/bProcess4"/>
    <dgm:cxn modelId="{FDF33299-2BCA-4AA9-B3A6-47CBE3463698}" type="presParOf" srcId="{34567284-E81B-4CD0-B034-90B82C79E5CB}" destId="{618F451F-EEB9-4425-B454-5E3905AA17DD}" srcOrd="12" destOrd="0" presId="urn:microsoft.com/office/officeart/2005/8/layout/bProcess4"/>
    <dgm:cxn modelId="{C0A92830-24B5-4175-9AA1-675A91E8EF69}" type="presParOf" srcId="{618F451F-EEB9-4425-B454-5E3905AA17DD}" destId="{24A2E647-D818-4B1F-AB6E-5D391CC69977}" srcOrd="0" destOrd="0" presId="urn:microsoft.com/office/officeart/2005/8/layout/bProcess4"/>
    <dgm:cxn modelId="{8E25F7D7-E55D-420E-9909-6FBE5117EE23}" type="presParOf" srcId="{618F451F-EEB9-4425-B454-5E3905AA17DD}" destId="{B65FD7AD-D7B5-409C-B759-8001DB94D69B}" srcOrd="1" destOrd="0" presId="urn:microsoft.com/office/officeart/2005/8/layout/bProcess4"/>
    <dgm:cxn modelId="{C680AFA6-4D90-40DB-868D-AE8AF9D23E7A}" type="presParOf" srcId="{34567284-E81B-4CD0-B034-90B82C79E5CB}" destId="{A69B1465-F761-4248-B39F-2C4109FEB0B8}" srcOrd="13" destOrd="0" presId="urn:microsoft.com/office/officeart/2005/8/layout/bProcess4"/>
    <dgm:cxn modelId="{177ABED3-8D82-4F6D-88F8-D2A89C70594F}" type="presParOf" srcId="{34567284-E81B-4CD0-B034-90B82C79E5CB}" destId="{78EE93C5-8176-465C-8154-06272E87E238}" srcOrd="14" destOrd="0" presId="urn:microsoft.com/office/officeart/2005/8/layout/bProcess4"/>
    <dgm:cxn modelId="{4DA07F80-3E5C-4C34-A1A9-472F410860E9}" type="presParOf" srcId="{78EE93C5-8176-465C-8154-06272E87E238}" destId="{EFA807A4-5D28-4C4B-ADD9-A51F81283F49}" srcOrd="0" destOrd="0" presId="urn:microsoft.com/office/officeart/2005/8/layout/bProcess4"/>
    <dgm:cxn modelId="{35D7BEE2-137D-49B2-9714-C89F00B46DAE}" type="presParOf" srcId="{78EE93C5-8176-465C-8154-06272E87E238}" destId="{0D88C13B-AE24-4C7B-B25B-12282E2BC57D}" srcOrd="1" destOrd="0" presId="urn:microsoft.com/office/officeart/2005/8/layout/bProcess4"/>
    <dgm:cxn modelId="{13BF928D-0252-45F5-9162-5480F33C32C3}" type="presParOf" srcId="{34567284-E81B-4CD0-B034-90B82C79E5CB}" destId="{1E4360FC-645D-45C1-B501-6DFA8AD5863C}" srcOrd="15" destOrd="0" presId="urn:microsoft.com/office/officeart/2005/8/layout/bProcess4"/>
    <dgm:cxn modelId="{580DA4A2-F7AC-409F-83C4-092EA00E04C3}" type="presParOf" srcId="{34567284-E81B-4CD0-B034-90B82C79E5CB}" destId="{7F55F2DF-4AD3-4B96-B858-37A5EE736A60}" srcOrd="16" destOrd="0" presId="urn:microsoft.com/office/officeart/2005/8/layout/bProcess4"/>
    <dgm:cxn modelId="{8ABF81EF-C1D5-49F4-B6C8-91E3675CBD9B}" type="presParOf" srcId="{7F55F2DF-4AD3-4B96-B858-37A5EE736A60}" destId="{611071A6-D91F-4D92-B3F0-248FC86FD99F}" srcOrd="0" destOrd="0" presId="urn:microsoft.com/office/officeart/2005/8/layout/bProcess4"/>
    <dgm:cxn modelId="{E7FDF858-A844-4166-A0D6-6857724871CE}" type="presParOf" srcId="{7F55F2DF-4AD3-4B96-B858-37A5EE736A60}" destId="{3B0AA6CC-B8BF-4D22-8CB2-C9E69CB83400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92E3C-7356-45D6-98F8-1775B1B06D9B}">
      <dsp:nvSpPr>
        <dsp:cNvPr id="0" name=""/>
        <dsp:cNvSpPr/>
      </dsp:nvSpPr>
      <dsp:spPr>
        <a:xfrm>
          <a:off x="-5281641" y="-808896"/>
          <a:ext cx="6289285" cy="6289285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355A5E-6FA4-42DF-B360-16E557A2BA57}">
      <dsp:nvSpPr>
        <dsp:cNvPr id="0" name=""/>
        <dsp:cNvSpPr/>
      </dsp:nvSpPr>
      <dsp:spPr>
        <a:xfrm>
          <a:off x="375740" y="246000"/>
          <a:ext cx="10758728" cy="491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37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Uvod</a:t>
          </a: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 Opis teme i specifikacije</a:t>
          </a:r>
        </a:p>
      </dsp:txBody>
      <dsp:txXfrm>
        <a:off x="375740" y="246000"/>
        <a:ext cx="10758728" cy="491814"/>
      </dsp:txXfrm>
    </dsp:sp>
    <dsp:sp modelId="{5FAA9356-AE56-434A-97B9-EF8D982A3AD3}">
      <dsp:nvSpPr>
        <dsp:cNvPr id="0" name=""/>
        <dsp:cNvSpPr/>
      </dsp:nvSpPr>
      <dsp:spPr>
        <a:xfrm>
          <a:off x="68356" y="184523"/>
          <a:ext cx="614768" cy="6147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E1672A-F5FE-4D17-972F-C2EEFE4CD193}">
      <dsp:nvSpPr>
        <dsp:cNvPr id="0" name=""/>
        <dsp:cNvSpPr/>
      </dsp:nvSpPr>
      <dsp:spPr>
        <a:xfrm>
          <a:off x="780291" y="983629"/>
          <a:ext cx="10354177" cy="491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37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Metodologija</a:t>
          </a: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 Pregled toka razvoja i korišćenih alata i izvora</a:t>
          </a:r>
        </a:p>
      </dsp:txBody>
      <dsp:txXfrm>
        <a:off x="780291" y="983629"/>
        <a:ext cx="10354177" cy="491814"/>
      </dsp:txXfrm>
    </dsp:sp>
    <dsp:sp modelId="{1B6EA483-C68F-40B9-9790-EC7F0EA2D344}">
      <dsp:nvSpPr>
        <dsp:cNvPr id="0" name=""/>
        <dsp:cNvSpPr/>
      </dsp:nvSpPr>
      <dsp:spPr>
        <a:xfrm>
          <a:off x="472907" y="922152"/>
          <a:ext cx="614768" cy="6147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5542C-2BD2-46A5-8341-66A5553F6DAE}">
      <dsp:nvSpPr>
        <dsp:cNvPr id="0" name=""/>
        <dsp:cNvSpPr/>
      </dsp:nvSpPr>
      <dsp:spPr>
        <a:xfrm>
          <a:off x="965282" y="1721257"/>
          <a:ext cx="10169186" cy="491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37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Rezultati</a:t>
          </a: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 Konačan izgled baze i jedinstvene tabele</a:t>
          </a:r>
        </a:p>
      </dsp:txBody>
      <dsp:txXfrm>
        <a:off x="965282" y="1721257"/>
        <a:ext cx="10169186" cy="491814"/>
      </dsp:txXfrm>
    </dsp:sp>
    <dsp:sp modelId="{53AA7D11-655B-489D-B6FE-A7237730A5BC}">
      <dsp:nvSpPr>
        <dsp:cNvPr id="0" name=""/>
        <dsp:cNvSpPr/>
      </dsp:nvSpPr>
      <dsp:spPr>
        <a:xfrm>
          <a:off x="657898" y="1659781"/>
          <a:ext cx="614768" cy="6147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49C49-7102-4358-A204-93B3365CD4DA}">
      <dsp:nvSpPr>
        <dsp:cNvPr id="0" name=""/>
        <dsp:cNvSpPr/>
      </dsp:nvSpPr>
      <dsp:spPr>
        <a:xfrm>
          <a:off x="965282" y="2458419"/>
          <a:ext cx="10169186" cy="491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37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Demonstracija</a:t>
          </a:r>
          <a:r>
            <a:rPr lang="en-GB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 Video primer i demonstracija korišćenja prateće aplikacije</a:t>
          </a:r>
          <a:endParaRPr lang="en-US" sz="20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965282" y="2458419"/>
        <a:ext cx="10169186" cy="491814"/>
      </dsp:txXfrm>
    </dsp:sp>
    <dsp:sp modelId="{E0E37061-B402-49AF-B932-DACE15F62351}">
      <dsp:nvSpPr>
        <dsp:cNvPr id="0" name=""/>
        <dsp:cNvSpPr/>
      </dsp:nvSpPr>
      <dsp:spPr>
        <a:xfrm>
          <a:off x="657898" y="2396942"/>
          <a:ext cx="614768" cy="6147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00A7C-A0E5-4E29-B461-F5F705489B43}">
      <dsp:nvSpPr>
        <dsp:cNvPr id="0" name=""/>
        <dsp:cNvSpPr/>
      </dsp:nvSpPr>
      <dsp:spPr>
        <a:xfrm>
          <a:off x="780291" y="3196047"/>
          <a:ext cx="10354177" cy="491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37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Analiza Grešaka </a:t>
          </a:r>
          <a:r>
            <a:rPr lang="en-GB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- Primeri grešaka i rešenja tokom izrade baze</a:t>
          </a:r>
          <a:endParaRPr lang="en-US" sz="20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780291" y="3196047"/>
        <a:ext cx="10354177" cy="491814"/>
      </dsp:txXfrm>
    </dsp:sp>
    <dsp:sp modelId="{88FA97E9-7D59-4138-AADF-ACFF3CEB5A48}">
      <dsp:nvSpPr>
        <dsp:cNvPr id="0" name=""/>
        <dsp:cNvSpPr/>
      </dsp:nvSpPr>
      <dsp:spPr>
        <a:xfrm>
          <a:off x="472907" y="3134571"/>
          <a:ext cx="614768" cy="6147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E7CCBD-140F-41C3-AE98-A889C6644CC8}">
      <dsp:nvSpPr>
        <dsp:cNvPr id="0" name=""/>
        <dsp:cNvSpPr/>
      </dsp:nvSpPr>
      <dsp:spPr>
        <a:xfrm>
          <a:off x="375740" y="3933676"/>
          <a:ext cx="10758728" cy="491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37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Zaključak</a:t>
          </a:r>
          <a:r>
            <a:rPr lang="en-GB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- Izvod zaključaka i daljeg razvoja baze i aplikacije</a:t>
          </a:r>
          <a:endParaRPr lang="en-US" sz="20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75740" y="3933676"/>
        <a:ext cx="10758728" cy="491814"/>
      </dsp:txXfrm>
    </dsp:sp>
    <dsp:sp modelId="{A62C13C6-D2E5-4A2C-9DAF-7283CA4FAA29}">
      <dsp:nvSpPr>
        <dsp:cNvPr id="0" name=""/>
        <dsp:cNvSpPr/>
      </dsp:nvSpPr>
      <dsp:spPr>
        <a:xfrm>
          <a:off x="68356" y="3872199"/>
          <a:ext cx="614768" cy="6147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92D56-6672-42F0-A3A4-0BEB54103FD4}">
      <dsp:nvSpPr>
        <dsp:cNvPr id="0" name=""/>
        <dsp:cNvSpPr/>
      </dsp:nvSpPr>
      <dsp:spPr>
        <a:xfrm rot="5400000">
          <a:off x="-216523" y="1062230"/>
          <a:ext cx="1657817" cy="2000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F0DC7-D055-4FCD-9FC0-D60B36614BB8}">
      <dsp:nvSpPr>
        <dsp:cNvPr id="0" name=""/>
        <dsp:cNvSpPr/>
      </dsp:nvSpPr>
      <dsp:spPr>
        <a:xfrm>
          <a:off x="163049" y="1561"/>
          <a:ext cx="2223032" cy="133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1. Analiza teme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Kako da primenimo početnu specifikaciju na našu izabranu temu</a:t>
          </a:r>
          <a:endParaRPr lang="en-GB" sz="12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02115" y="40627"/>
        <a:ext cx="2144900" cy="1255687"/>
      </dsp:txXfrm>
    </dsp:sp>
    <dsp:sp modelId="{89555CC4-50D8-4C6F-A9CF-01AC23253C46}">
      <dsp:nvSpPr>
        <dsp:cNvPr id="0" name=""/>
        <dsp:cNvSpPr/>
      </dsp:nvSpPr>
      <dsp:spPr>
        <a:xfrm rot="5400000">
          <a:off x="-216523" y="2729504"/>
          <a:ext cx="1657817" cy="2000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64641-0632-453C-88C6-DE1EAE23F49B}">
      <dsp:nvSpPr>
        <dsp:cNvPr id="0" name=""/>
        <dsp:cNvSpPr/>
      </dsp:nvSpPr>
      <dsp:spPr>
        <a:xfrm>
          <a:off x="163049" y="1668835"/>
          <a:ext cx="2223032" cy="133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2. Popunjavanje šablona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Dodavanje potrebnih entiteta da se ispuni naša tema</a:t>
          </a:r>
          <a:endParaRPr lang="en-GB" sz="12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02115" y="1707901"/>
        <a:ext cx="2144900" cy="1255687"/>
      </dsp:txXfrm>
    </dsp:sp>
    <dsp:sp modelId="{9A2C8FE0-AE4E-43E7-A634-25609DEF477A}">
      <dsp:nvSpPr>
        <dsp:cNvPr id="0" name=""/>
        <dsp:cNvSpPr/>
      </dsp:nvSpPr>
      <dsp:spPr>
        <a:xfrm>
          <a:off x="617113" y="3563142"/>
          <a:ext cx="2947176" cy="2000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F0565-48CC-4FEA-8F64-D1BC04EA970D}">
      <dsp:nvSpPr>
        <dsp:cNvPr id="0" name=""/>
        <dsp:cNvSpPr/>
      </dsp:nvSpPr>
      <dsp:spPr>
        <a:xfrm>
          <a:off x="163049" y="3336110"/>
          <a:ext cx="2223032" cy="133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 Osnovna skica baze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Kreiranje dijagrama i povezivanje svih entiteta</a:t>
          </a:r>
          <a:endParaRPr lang="en-GB" sz="12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02115" y="3375176"/>
        <a:ext cx="2144900" cy="1255687"/>
      </dsp:txXfrm>
    </dsp:sp>
    <dsp:sp modelId="{3A960344-0134-4FF3-A2E4-F8AEFEF13BDF}">
      <dsp:nvSpPr>
        <dsp:cNvPr id="0" name=""/>
        <dsp:cNvSpPr/>
      </dsp:nvSpPr>
      <dsp:spPr>
        <a:xfrm rot="16200000">
          <a:off x="2740109" y="2729504"/>
          <a:ext cx="1657817" cy="2000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187FB-91DA-4A80-B68C-3D50FF708364}">
      <dsp:nvSpPr>
        <dsp:cNvPr id="0" name=""/>
        <dsp:cNvSpPr/>
      </dsp:nvSpPr>
      <dsp:spPr>
        <a:xfrm>
          <a:off x="3119683" y="3336110"/>
          <a:ext cx="2223032" cy="133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4. Kreiranje SQL upita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Inicijalno kreiranje svih tabela i popunjavanje lokalno host-ovane baze  </a:t>
          </a:r>
          <a:endParaRPr lang="en-GB" sz="12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158749" y="3375176"/>
        <a:ext cx="2144900" cy="1255687"/>
      </dsp:txXfrm>
    </dsp:sp>
    <dsp:sp modelId="{087DCB9C-12DF-4BE6-88CA-088521138EB9}">
      <dsp:nvSpPr>
        <dsp:cNvPr id="0" name=""/>
        <dsp:cNvSpPr/>
      </dsp:nvSpPr>
      <dsp:spPr>
        <a:xfrm rot="16200000">
          <a:off x="2740109" y="1062230"/>
          <a:ext cx="1657817" cy="2000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3384E-D46C-4EA9-9195-38D858F7F693}">
      <dsp:nvSpPr>
        <dsp:cNvPr id="0" name=""/>
        <dsp:cNvSpPr/>
      </dsp:nvSpPr>
      <dsp:spPr>
        <a:xfrm>
          <a:off x="3119683" y="1668835"/>
          <a:ext cx="2223032" cy="133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5. Popunjavanje baze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GB" sz="12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Unošenje velike količine podataka da bi se oživela baza</a:t>
          </a:r>
        </a:p>
      </dsp:txBody>
      <dsp:txXfrm>
        <a:off x="3158749" y="1707901"/>
        <a:ext cx="2144900" cy="1255687"/>
      </dsp:txXfrm>
    </dsp:sp>
    <dsp:sp modelId="{335D136B-9195-4A5F-A351-799F461841F8}">
      <dsp:nvSpPr>
        <dsp:cNvPr id="0" name=""/>
        <dsp:cNvSpPr/>
      </dsp:nvSpPr>
      <dsp:spPr>
        <a:xfrm>
          <a:off x="3573747" y="228592"/>
          <a:ext cx="2947176" cy="2000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35EBE7-1079-488F-8289-54E2B42E8E53}">
      <dsp:nvSpPr>
        <dsp:cNvPr id="0" name=""/>
        <dsp:cNvSpPr/>
      </dsp:nvSpPr>
      <dsp:spPr>
        <a:xfrm>
          <a:off x="3119683" y="1561"/>
          <a:ext cx="2223032" cy="133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6. Umrežavanje Baze i IntelliJ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Instaliranje Dependency-a i podešavanje IDE-a da prepozna lokalnu bazu</a:t>
          </a:r>
          <a:r>
            <a:rPr lang="en-US" sz="1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endParaRPr lang="en-GB" sz="1400" b="1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158749" y="40627"/>
        <a:ext cx="2144900" cy="1255687"/>
      </dsp:txXfrm>
    </dsp:sp>
    <dsp:sp modelId="{A69B1465-F761-4248-B39F-2C4109FEB0B8}">
      <dsp:nvSpPr>
        <dsp:cNvPr id="0" name=""/>
        <dsp:cNvSpPr/>
      </dsp:nvSpPr>
      <dsp:spPr>
        <a:xfrm rot="5400000">
          <a:off x="5696743" y="1062230"/>
          <a:ext cx="1657817" cy="2000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FD7AD-D7B5-409C-B759-8001DB94D69B}">
      <dsp:nvSpPr>
        <dsp:cNvPr id="0" name=""/>
        <dsp:cNvSpPr/>
      </dsp:nvSpPr>
      <dsp:spPr>
        <a:xfrm>
          <a:off x="6076317" y="1561"/>
          <a:ext cx="2223032" cy="133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7. Kreiranje korisničkog interfejsa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Definisanje osnovnog izgleda aplikacije i funkcionalnosti za korisnika</a:t>
          </a:r>
        </a:p>
      </dsp:txBody>
      <dsp:txXfrm>
        <a:off x="6115383" y="40627"/>
        <a:ext cx="2144900" cy="1255687"/>
      </dsp:txXfrm>
    </dsp:sp>
    <dsp:sp modelId="{1E4360FC-645D-45C1-B501-6DFA8AD5863C}">
      <dsp:nvSpPr>
        <dsp:cNvPr id="0" name=""/>
        <dsp:cNvSpPr/>
      </dsp:nvSpPr>
      <dsp:spPr>
        <a:xfrm rot="5400000">
          <a:off x="5696743" y="2729504"/>
          <a:ext cx="1657817" cy="2000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8C13B-AE24-4C7B-B25B-12282E2BC57D}">
      <dsp:nvSpPr>
        <dsp:cNvPr id="0" name=""/>
        <dsp:cNvSpPr/>
      </dsp:nvSpPr>
      <dsp:spPr>
        <a:xfrm>
          <a:off x="6076317" y="1668835"/>
          <a:ext cx="2223032" cy="133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8. Dodavanje funkcionalnosti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Pravljenje SQL upita unutar aplikacije i osposobljavanje Administratorskih izmena nad bazom</a:t>
          </a:r>
          <a:endParaRPr lang="en-GB" sz="1100" b="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6115383" y="1707901"/>
        <a:ext cx="2144900" cy="1255687"/>
      </dsp:txXfrm>
    </dsp:sp>
    <dsp:sp modelId="{3B0AA6CC-B8BF-4D22-8CB2-C9E69CB83400}">
      <dsp:nvSpPr>
        <dsp:cNvPr id="0" name=""/>
        <dsp:cNvSpPr/>
      </dsp:nvSpPr>
      <dsp:spPr>
        <a:xfrm>
          <a:off x="6076317" y="3336110"/>
          <a:ext cx="2223032" cy="13338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9. Testiranje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Proba aplikacije i potvrda svih funkcionalnost</a:t>
          </a:r>
        </a:p>
      </dsp:txBody>
      <dsp:txXfrm>
        <a:off x="6115383" y="3375176"/>
        <a:ext cx="2144900" cy="1255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96E48-5C2C-4963-AF7B-DD9E7CA4A49E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2D214-3A79-4509-87AB-3EE9EFDFAD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899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82D214-3A79-4509-87AB-3EE9EFDFADF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435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5040-6A24-1850-C4AA-9874A51A2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486D1B-7BA2-A2CF-B5D6-37FCD8DDA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8DE80-9B71-4E95-1CCF-BA02EA10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3B899-7D55-0C63-2ED9-7B7FA3D2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B8C14-E71F-4DC6-03B9-FFA9AD3F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16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C6629-E134-7AFB-38B4-FC69BF8E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4A3CE-6F3A-79FE-FEA2-0F72C6D3C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1F37F-6708-D174-BE77-4A1C8F95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D4D5D-A3A7-6423-77FC-90251946D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6C986-4BE8-E537-8CFB-BAF370C28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725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96B7-DA81-E151-B074-D010E4D5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504B0-D603-1000-D47A-5FBB287B8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78B96-779D-8AEF-AAE3-7B9D62628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F813F-01B8-C8E9-6548-E6CE78AA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AB25E-403B-198F-FB14-7CBD6391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369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413A-6C16-711A-23C5-5E597F3E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FE4D-9ABA-B11C-35CB-5746E4158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CC4FF-B9E5-1BFA-8BB8-F927E77D2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D78EE-50DF-6905-4194-709A28CF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AFEA9-CA87-73DA-A528-F545BC995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4FDD1-EC1B-236A-5E52-D2BD6F3C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200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0DA0-BA39-276C-8B8F-DF7A63E2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851F8-D22A-6FB6-7C26-7DBF0E10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BC186-0290-C2A4-0A1B-42EE4CB07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840E6-8B75-A2B3-38CF-1A6D62807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D8601-5E3F-3E6B-4678-D4522E95E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C07E19-66E0-71FF-321B-E4D3839C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8AAC8-9B1A-7B10-5BE1-99076503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893A8E-6DBD-E046-B9B1-7866E7B6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17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56698-2777-5199-E119-35C5127E5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73C29-C3A9-6A70-B444-AFFE9DDF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FC47A-96C3-F522-8267-7E93D5B74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8DEDE-7556-C2C0-82CC-AE030F86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96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0A6E88-E798-2378-AAE9-DC6680E7C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4741A-93CA-DF06-6AFD-D89D949FD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BF6E4-D50F-8540-2BF5-844019F2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77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21273-15A4-6EE4-FED4-B1DD4E977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CB9FA-ED24-2A92-341F-95638B23C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B0D95-B17F-87ED-1225-2491619A3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08699-3234-549E-3121-31416B3A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9717D-AA2A-ADB7-7CAE-DC662E0E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43A29-A448-1FC6-320A-E5441552F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889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AC09-25E0-282A-1F8C-C22D47802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EADDDD-37E6-A8C0-B3D4-8889F8E50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38289-2806-806D-07B6-7A5BF1E13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54A39-9DB1-77E0-55E1-D3EDD465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50CAE-B0E3-2C15-AA47-48216CBE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6D7CE-7BD1-D72A-5BCA-CA0D72BB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601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B9FD-5F14-48F7-3B15-A67AD9D4D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23622-5F18-34F0-D7A9-7D72C9F59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850D3-0D5B-25D1-1F1C-D05B45050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A034B-DA97-8A85-66AA-A363689C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8DC47-E151-1D56-07EA-F5391843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05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CE31D-6607-6272-3B6D-5BCE2A6ED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8CD67-31CF-A466-7FA1-821338151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EA278-9E71-6775-5E37-6D2879898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A158C-B6E6-1178-8C64-337A444EB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97FF2-E391-C33D-718A-E4B552C3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63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596A9-3D7A-5E93-BFBC-2B7AD625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03131-5AD9-14D1-88C5-16AAC70B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62CC4-39C9-3A23-2F7A-30EC60594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E3960-E307-499C-8263-8E296DE49F49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A309E-14FF-AFD2-4EE3-7BCE0058B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F0AA5-72D3-277A-32C5-48272266B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C4972-3381-438D-8CD7-3559DB66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13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49F0F-44F1-5E9E-EB79-F77C99951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7" y="1849556"/>
            <a:ext cx="10979148" cy="2125544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 </a:t>
            </a:r>
            <a:r>
              <a:rPr lang="en-US" sz="4000" b="1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Podataka</a:t>
            </a:r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4000" b="1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Astronomija</a:t>
            </a:r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Astrofizika</a:t>
            </a:r>
            <a:b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4000" b="1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Pogled</a:t>
            </a:r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Administratora</a:t>
            </a:r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GB" sz="40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F9286-6CD7-1157-1A1E-1FDC45402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3592" y="4866237"/>
            <a:ext cx="10028807" cy="1376614"/>
          </a:xfrm>
        </p:spPr>
        <p:txBody>
          <a:bodyPr anchor="ctr">
            <a:normAutofit/>
          </a:bodyPr>
          <a:lstStyle/>
          <a:p>
            <a:pPr algn="r"/>
            <a:r>
              <a:rPr lang="en-US"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Branko </a:t>
            </a:r>
            <a:r>
              <a:rPr lang="en-US" sz="180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Dinić</a:t>
            </a:r>
            <a:r>
              <a:rPr lang="en-US"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 67/2025 (bdinic6725si@raf.rs)</a:t>
            </a:r>
          </a:p>
          <a:p>
            <a:pPr algn="r"/>
            <a:r>
              <a:rPr lang="en-US"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Arsenije Ćirić SI 61/2025 (aciric6125si@raf.rs)</a:t>
            </a:r>
          </a:p>
          <a:p>
            <a:pPr algn="r"/>
            <a:r>
              <a:rPr lang="en-GB" sz="18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06.06.2026</a:t>
            </a:r>
          </a:p>
        </p:txBody>
      </p:sp>
    </p:spTree>
    <p:extLst>
      <p:ext uri="{BB962C8B-B14F-4D97-AF65-F5344CB8AC3E}">
        <p14:creationId xmlns:p14="http://schemas.microsoft.com/office/powerpoint/2010/main" val="3449111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AD070-327C-0956-74CB-8CC07191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184" y="294538"/>
            <a:ext cx="9957365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Sadržaj</a:t>
            </a:r>
            <a:endParaRPr lang="en-GB" sz="40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88E4910-3724-A696-DCE4-A4BC051946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569908"/>
              </p:ext>
            </p:extLst>
          </p:nvPr>
        </p:nvGraphicFramePr>
        <p:xfrm>
          <a:off x="459350" y="1891970"/>
          <a:ext cx="11199250" cy="4671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8DACEB1-7706-F5DC-1EB2-E870FAC14CE8}"/>
              </a:ext>
            </a:extLst>
          </p:cNvPr>
          <p:cNvSpPr txBox="1"/>
          <p:nvPr/>
        </p:nvSpPr>
        <p:spPr>
          <a:xfrm>
            <a:off x="660400" y="2152303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5608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GB" sz="2400">
              <a:solidFill>
                <a:srgbClr val="15608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11C07-8365-8A8E-96C7-51CCECDB06F0}"/>
              </a:ext>
            </a:extLst>
          </p:cNvPr>
          <p:cNvSpPr txBox="1"/>
          <p:nvPr/>
        </p:nvSpPr>
        <p:spPr>
          <a:xfrm>
            <a:off x="1073150" y="2882901"/>
            <a:ext cx="34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5608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GB" sz="2400">
              <a:solidFill>
                <a:srgbClr val="15608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FDA52-7B8E-1404-DE17-81E315CD42BD}"/>
              </a:ext>
            </a:extLst>
          </p:cNvPr>
          <p:cNvSpPr txBox="1"/>
          <p:nvPr/>
        </p:nvSpPr>
        <p:spPr>
          <a:xfrm>
            <a:off x="1261468" y="3626404"/>
            <a:ext cx="34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5608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endParaRPr lang="en-GB" sz="2400">
              <a:solidFill>
                <a:srgbClr val="15608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25DC-CEDD-6B8E-5E96-C1D3F71C005D}"/>
              </a:ext>
            </a:extLst>
          </p:cNvPr>
          <p:cNvSpPr txBox="1"/>
          <p:nvPr/>
        </p:nvSpPr>
        <p:spPr>
          <a:xfrm>
            <a:off x="1241425" y="4362173"/>
            <a:ext cx="34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5608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GB" sz="2400">
              <a:solidFill>
                <a:srgbClr val="15608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A4135-4C09-5175-4242-C9F51605BC35}"/>
              </a:ext>
            </a:extLst>
          </p:cNvPr>
          <p:cNvSpPr txBox="1"/>
          <p:nvPr/>
        </p:nvSpPr>
        <p:spPr>
          <a:xfrm>
            <a:off x="1077318" y="5105676"/>
            <a:ext cx="34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5608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endParaRPr lang="en-GB" sz="2400">
              <a:solidFill>
                <a:srgbClr val="15608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44F26D-A329-A19F-1367-D47B74176296}"/>
              </a:ext>
            </a:extLst>
          </p:cNvPr>
          <p:cNvSpPr txBox="1"/>
          <p:nvPr/>
        </p:nvSpPr>
        <p:spPr>
          <a:xfrm>
            <a:off x="654050" y="5847350"/>
            <a:ext cx="385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5608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  <a:endParaRPr lang="en-GB" sz="2400">
              <a:solidFill>
                <a:srgbClr val="15608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93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A488A8-BA59-FD06-77F8-99AB31674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Uvod</a:t>
            </a:r>
            <a:endParaRPr lang="en-GB" sz="40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2DBB-5627-B5D7-7B28-5EE23253A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981200"/>
            <a:ext cx="11224649" cy="458226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Odabrana tema</a:t>
            </a: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Astronomija i Astrofizika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Podtema</a:t>
            </a: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Ugao Administratora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Opis</a:t>
            </a: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GB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Astronomija i astrofizika podrazumevaju istraživanje nebeskih objekata i celokupnog svemira, samim time su laboratorija i eksperimenti koji se izvršavaju u većini slučajeva opažajućeg tipa 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GB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Zbog tih činjenica alati koji se najčešće koriste su alati merenja i opažanja (teleskopi, spektromeri, kamere i razni detektori)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GB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Većina eksperimenata i opažanja su terenskog tipa, zbog toga je uspeh ogleda veoma zavisan od vremenskih uslova tokom izvršavanja eksperimenta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GB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Glavni oblik rezultata u eksperimentu se pojavljuje u obliku opservacija, zabeležena opažanja koja se obavljaju u sesijama radi utvrđivanja teorije koju eksperiment pokušava da dokaže</a:t>
            </a:r>
          </a:p>
        </p:txBody>
      </p:sp>
    </p:spTree>
    <p:extLst>
      <p:ext uri="{BB962C8B-B14F-4D97-AF65-F5344CB8AC3E}">
        <p14:creationId xmlns:p14="http://schemas.microsoft.com/office/powerpoint/2010/main" val="179218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DDEE2-A824-2747-CEE8-FC2C418E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56C47C-29CB-8C03-2E49-9AC3BA5AE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79A10C-D7B4-3322-3011-85957E7AF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905B1E-6B6D-D7D9-D452-80764C338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5DCEB2-E96F-2046-FF3C-2FE4F5D8F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DB9AD-6C7D-4987-82AA-AD394A36D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5A162-3EAB-D91C-7E69-31708B483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Metodologija</a:t>
            </a:r>
            <a:endParaRPr lang="en-GB" sz="40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41DE72-83B4-2D39-094E-B3BAE97960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9350" y="1891969"/>
          <a:ext cx="8462400" cy="4671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EAA5C44-7929-4987-C51C-48B453145027}"/>
              </a:ext>
            </a:extLst>
          </p:cNvPr>
          <p:cNvSpPr txBox="1"/>
          <p:nvPr/>
        </p:nvSpPr>
        <p:spPr>
          <a:xfrm>
            <a:off x="9103116" y="2374229"/>
            <a:ext cx="26733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Dodatni Alati:</a:t>
            </a:r>
            <a:endParaRPr lang="en-GB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Miro 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Github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MySQL Workbench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MySQL Server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MySQL Connector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IntelliJ</a:t>
            </a:r>
          </a:p>
          <a:p>
            <a:pPr marL="285750" indent="-285750">
              <a:buFontTx/>
              <a:buChar char="-"/>
            </a:pPr>
            <a:endParaRPr lang="en-US"/>
          </a:p>
        </p:txBody>
      </p:sp>
      <p:pic>
        <p:nvPicPr>
          <p:cNvPr id="7" name="Picture 6" descr="Add an icon to your app">
            <a:extLst>
              <a:ext uri="{FF2B5EF4-FFF2-40B4-BE49-F238E27FC236}">
                <a16:creationId xmlns:a16="http://schemas.microsoft.com/office/drawing/2014/main" id="{AF34B1D0-1E5C-4A0C-1DB1-014128E98A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014" y="2889249"/>
            <a:ext cx="311191" cy="311191"/>
          </a:xfrm>
          <a:prstGeom prst="rect">
            <a:avLst/>
          </a:prstGeom>
        </p:spPr>
      </p:pic>
      <p:pic>
        <p:nvPicPr>
          <p:cNvPr id="9" name="Picture 8" descr="Github - Free logo icons">
            <a:extLst>
              <a:ext uri="{FF2B5EF4-FFF2-40B4-BE49-F238E27FC236}">
                <a16:creationId xmlns:a16="http://schemas.microsoft.com/office/drawing/2014/main" id="{C7AE165E-3A14-A838-607E-1BBDD22167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7675" y="3381181"/>
            <a:ext cx="355641" cy="355641"/>
          </a:xfrm>
          <a:prstGeom prst="rect">
            <a:avLst/>
          </a:prstGeom>
        </p:spPr>
      </p:pic>
      <p:pic>
        <p:nvPicPr>
          <p:cNvPr id="11" name="Picture 10" descr="Mysql - Free logo icons">
            <a:extLst>
              <a:ext uri="{FF2B5EF4-FFF2-40B4-BE49-F238E27FC236}">
                <a16:creationId xmlns:a16="http://schemas.microsoft.com/office/drawing/2014/main" id="{F20E5A62-8318-3726-A8E0-1FA0E05EB1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47732" y="3949288"/>
            <a:ext cx="410100" cy="410100"/>
          </a:xfrm>
          <a:prstGeom prst="rect">
            <a:avLst/>
          </a:prstGeom>
        </p:spPr>
      </p:pic>
      <p:pic>
        <p:nvPicPr>
          <p:cNvPr id="13" name="Picture 12" descr="File:IntelliJ IDEA Icon.svg - Wikimedia Commons">
            <a:extLst>
              <a:ext uri="{FF2B5EF4-FFF2-40B4-BE49-F238E27FC236}">
                <a16:creationId xmlns:a16="http://schemas.microsoft.com/office/drawing/2014/main" id="{A7B59377-E3E0-05AE-F64A-03B34687F8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7675" y="5619708"/>
            <a:ext cx="355642" cy="355642"/>
          </a:xfrm>
          <a:prstGeom prst="rect">
            <a:avLst/>
          </a:prstGeom>
        </p:spPr>
      </p:pic>
      <p:pic>
        <p:nvPicPr>
          <p:cNvPr id="3" name="Picture 2" descr="Mysql - Free logo icons">
            <a:extLst>
              <a:ext uri="{FF2B5EF4-FFF2-40B4-BE49-F238E27FC236}">
                <a16:creationId xmlns:a16="http://schemas.microsoft.com/office/drawing/2014/main" id="{A8267785-9340-C0B6-628A-F3BA5B0FB5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2500" y="4482688"/>
            <a:ext cx="410100" cy="410100"/>
          </a:xfrm>
          <a:prstGeom prst="rect">
            <a:avLst/>
          </a:prstGeom>
        </p:spPr>
      </p:pic>
      <p:pic>
        <p:nvPicPr>
          <p:cNvPr id="6" name="Picture 5" descr="Mysql - Free logo icons">
            <a:extLst>
              <a:ext uri="{FF2B5EF4-FFF2-40B4-BE49-F238E27FC236}">
                <a16:creationId xmlns:a16="http://schemas.microsoft.com/office/drawing/2014/main" id="{EFF645E0-145B-C892-9295-A8E97502E7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72600" y="5054188"/>
            <a:ext cx="410100" cy="4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8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CDD0-1DF6-94B7-E64D-DED26F32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5B07DE-4AD9-93D1-BAD3-D6109B7CC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9FF680-A103-F9DB-5D03-240C5E7ED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A78DB8-F1B0-480D-6E15-491811587A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CC02ED-1B3A-2311-17EA-5A6CC48CF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864ECE-9F6F-B779-8D75-0BDB2752A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F0476-F155-592D-B646-9D60113A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641" y="278535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Rezultati</a:t>
            </a:r>
            <a:endParaRPr lang="en-GB" sz="40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311628-A32C-9FC0-40A8-73B18FBB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1" t="6481" r="9523" b="8434"/>
          <a:stretch>
            <a:fillRect/>
          </a:stretch>
        </p:blipFill>
        <p:spPr>
          <a:xfrm>
            <a:off x="214007" y="1710447"/>
            <a:ext cx="5304819" cy="50531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608E6D-511C-F3B0-73BF-488030222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210" y="1832178"/>
            <a:ext cx="3928818" cy="15974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15A9926-D97A-8466-259C-110E4EC1E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0" r="26519"/>
          <a:stretch>
            <a:fillRect/>
          </a:stretch>
        </p:blipFill>
        <p:spPr>
          <a:xfrm>
            <a:off x="5732833" y="2597101"/>
            <a:ext cx="1511580" cy="32798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8A1360-CD9E-D5BA-EF4A-AF2B47BA3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210" y="3634461"/>
            <a:ext cx="3052797" cy="301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05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7EE6-DD4C-4103-1BC6-CBED15384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5C2FA0-9DC4-5284-92E1-0E5A93F01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EB73D1-040D-518A-1BA2-F2248FCB5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14B634-0923-8C5F-A9E7-ED195CFFC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9A2D87-342D-DC3D-6E44-D1FCF5A0C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F090EC-2D36-7D9A-BBBF-4C0073873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13C9CC-FFB1-47BB-6FF0-27B668D2D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641" y="278535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Demonstracija</a:t>
            </a:r>
            <a:endParaRPr lang="en-GB" sz="40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Recording 2026-06-03 210056">
            <a:hlinkClick r:id="" action="ppaction://media"/>
            <a:extLst>
              <a:ext uri="{FF2B5EF4-FFF2-40B4-BE49-F238E27FC236}">
                <a16:creationId xmlns:a16="http://schemas.microsoft.com/office/drawing/2014/main" id="{26F65C55-17F9-6AA1-768D-764BA1AA300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74754" y="1653987"/>
            <a:ext cx="7842488" cy="513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94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57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07D2C-DEDE-CBB5-A003-3630B713E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5C99B2-295E-76D7-DC79-DBF6DC97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D28C1E-54C9-FEC6-B8B5-F5115880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F6287B-70B5-6092-C62F-8238F036C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77352B-C2A1-9518-3BD3-B32A51167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B8BCC6-0AC7-4475-7968-C3F1E14CD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C14EF-AEAB-B629-C9B7-FECFADF7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641" y="278535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Analiza Grešaka</a:t>
            </a:r>
            <a:endParaRPr lang="en-GB" sz="40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2D7367-350C-22BA-863C-319B586F2E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3381" t="6481" r="9523" b="8434"/>
          <a:stretch>
            <a:fillRect/>
          </a:stretch>
        </p:blipFill>
        <p:spPr>
          <a:xfrm>
            <a:off x="6325673" y="1701151"/>
            <a:ext cx="5304819" cy="50531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D57343-18A8-F8DA-8EEA-9DC8858A69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920" t="2557" r="2115" b="4222"/>
          <a:stretch>
            <a:fillRect/>
          </a:stretch>
        </p:blipFill>
        <p:spPr>
          <a:xfrm>
            <a:off x="625002" y="1644186"/>
            <a:ext cx="5304819" cy="5123795"/>
          </a:xfrm>
          <a:prstGeom prst="rect">
            <a:avLst/>
          </a:prstGeom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7198BF0-EDA5-FF21-F0F1-17818A5120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21337" y="2536812"/>
            <a:ext cx="726836" cy="586277"/>
          </a:xfrm>
          <a:prstGeom prst="bentConnector3">
            <a:avLst>
              <a:gd name="adj1" fmla="val 93225"/>
            </a:avLst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A26471-22B4-1A1F-59C0-1DA04F91A66A}"/>
              </a:ext>
            </a:extLst>
          </p:cNvPr>
          <p:cNvSpPr/>
          <p:nvPr/>
        </p:nvSpPr>
        <p:spPr>
          <a:xfrm>
            <a:off x="2452822" y="3018962"/>
            <a:ext cx="531692" cy="230354"/>
          </a:xfrm>
          <a:prstGeom prst="roundRect">
            <a:avLst>
              <a:gd name="adj" fmla="val 520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?</a:t>
            </a:r>
            <a:endParaRPr lang="en-GB" sz="1600">
              <a:solidFill>
                <a:schemeClr val="tx1"/>
              </a:solidFill>
            </a:endParaRP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C73ECC4-F36F-7C26-65FB-C238ADFE34DD}"/>
              </a:ext>
            </a:extLst>
          </p:cNvPr>
          <p:cNvCxnSpPr>
            <a:cxnSpLocks/>
          </p:cNvCxnSpPr>
          <p:nvPr/>
        </p:nvCxnSpPr>
        <p:spPr>
          <a:xfrm>
            <a:off x="4201555" y="2114844"/>
            <a:ext cx="1111735" cy="666979"/>
          </a:xfrm>
          <a:prstGeom prst="bentConnector3">
            <a:avLst>
              <a:gd name="adj1" fmla="val 103568"/>
            </a:avLst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EE74A5-4BB8-D8BE-C563-3EFEDBD5E9D8}"/>
              </a:ext>
            </a:extLst>
          </p:cNvPr>
          <p:cNvSpPr/>
          <p:nvPr/>
        </p:nvSpPr>
        <p:spPr>
          <a:xfrm>
            <a:off x="4962759" y="1842592"/>
            <a:ext cx="734218" cy="544504"/>
          </a:xfrm>
          <a:prstGeom prst="roundRect">
            <a:avLst>
              <a:gd name="adj" fmla="val 520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?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654D356-4329-9369-08D5-FA5E48F31E22}"/>
              </a:ext>
            </a:extLst>
          </p:cNvPr>
          <p:cNvCxnSpPr>
            <a:cxnSpLocks/>
          </p:cNvCxnSpPr>
          <p:nvPr/>
        </p:nvCxnSpPr>
        <p:spPr>
          <a:xfrm flipV="1">
            <a:off x="4098391" y="3134139"/>
            <a:ext cx="864368" cy="2"/>
          </a:xfrm>
          <a:prstGeom prst="bentConnector3">
            <a:avLst>
              <a:gd name="adj1" fmla="val 50000"/>
            </a:avLst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0BF0A76A-5C8C-736B-BA9A-8F4B5109C541}"/>
              </a:ext>
            </a:extLst>
          </p:cNvPr>
          <p:cNvSpPr/>
          <p:nvPr/>
        </p:nvSpPr>
        <p:spPr>
          <a:xfrm>
            <a:off x="4245080" y="2968487"/>
            <a:ext cx="625093" cy="331304"/>
          </a:xfrm>
          <a:prstGeom prst="mathMultiply">
            <a:avLst/>
          </a:prstGeom>
          <a:solidFill>
            <a:srgbClr val="FF0000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4F30A74-20B5-A8E1-DD75-AEC37C8F261A}"/>
              </a:ext>
            </a:extLst>
          </p:cNvPr>
          <p:cNvCxnSpPr>
            <a:cxnSpLocks/>
          </p:cNvCxnSpPr>
          <p:nvPr/>
        </p:nvCxnSpPr>
        <p:spPr>
          <a:xfrm rot="5400000">
            <a:off x="3390907" y="3891985"/>
            <a:ext cx="609444" cy="1"/>
          </a:xfrm>
          <a:prstGeom prst="bentConnector3">
            <a:avLst>
              <a:gd name="adj1" fmla="val 50000"/>
            </a:avLst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0EEBB6-30A9-63ED-1E07-94A35422072F}"/>
              </a:ext>
            </a:extLst>
          </p:cNvPr>
          <p:cNvSpPr/>
          <p:nvPr/>
        </p:nvSpPr>
        <p:spPr>
          <a:xfrm>
            <a:off x="3333607" y="3769009"/>
            <a:ext cx="724043" cy="230354"/>
          </a:xfrm>
          <a:prstGeom prst="roundRect">
            <a:avLst>
              <a:gd name="adj" fmla="val 520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?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F0930B4-B70A-06F8-EB11-74CFB7974B4D}"/>
              </a:ext>
            </a:extLst>
          </p:cNvPr>
          <p:cNvCxnSpPr>
            <a:cxnSpLocks/>
          </p:cNvCxnSpPr>
          <p:nvPr/>
        </p:nvCxnSpPr>
        <p:spPr>
          <a:xfrm rot="5400000">
            <a:off x="2859419" y="3717240"/>
            <a:ext cx="2736153" cy="2274584"/>
          </a:xfrm>
          <a:prstGeom prst="bentConnector3">
            <a:avLst>
              <a:gd name="adj1" fmla="val 101414"/>
            </a:avLst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91C33D-2B91-7DCF-8762-1E2D00245D81}"/>
              </a:ext>
            </a:extLst>
          </p:cNvPr>
          <p:cNvSpPr/>
          <p:nvPr/>
        </p:nvSpPr>
        <p:spPr>
          <a:xfrm>
            <a:off x="4995816" y="5340821"/>
            <a:ext cx="701161" cy="459344"/>
          </a:xfrm>
          <a:prstGeom prst="roundRect">
            <a:avLst>
              <a:gd name="adj" fmla="val 520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?</a:t>
            </a:r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CD100C3-F95D-C1DE-6ECB-8047A5FFD47B}"/>
              </a:ext>
            </a:extLst>
          </p:cNvPr>
          <p:cNvCxnSpPr/>
          <p:nvPr/>
        </p:nvCxnSpPr>
        <p:spPr>
          <a:xfrm>
            <a:off x="4585762" y="4304714"/>
            <a:ext cx="0" cy="10407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6B8A87-8D95-8838-4564-33514F8D8B52}"/>
              </a:ext>
            </a:extLst>
          </p:cNvPr>
          <p:cNvSpPr/>
          <p:nvPr/>
        </p:nvSpPr>
        <p:spPr>
          <a:xfrm>
            <a:off x="4281824" y="4517066"/>
            <a:ext cx="607875" cy="459344"/>
          </a:xfrm>
          <a:prstGeom prst="roundRect">
            <a:avLst>
              <a:gd name="adj" fmla="val 520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?</a:t>
            </a:r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35DDD39-9385-32E7-D223-447A8A968EF9}"/>
              </a:ext>
            </a:extLst>
          </p:cNvPr>
          <p:cNvGrpSpPr/>
          <p:nvPr/>
        </p:nvGrpSpPr>
        <p:grpSpPr>
          <a:xfrm>
            <a:off x="7996435" y="1909743"/>
            <a:ext cx="3461047" cy="3976393"/>
            <a:chOff x="7996435" y="1909743"/>
            <a:chExt cx="3461047" cy="3976393"/>
          </a:xfrm>
          <a:effectLst>
            <a:glow rad="63500">
              <a:schemeClr val="accent6">
                <a:satMod val="175000"/>
                <a:alpha val="15000"/>
              </a:schemeClr>
            </a:glow>
          </a:effectLst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FBD2F5D6-E88A-3B7D-3F5D-94752E97F61B}"/>
                </a:ext>
              </a:extLst>
            </p:cNvPr>
            <p:cNvSpPr/>
            <p:nvPr/>
          </p:nvSpPr>
          <p:spPr>
            <a:xfrm>
              <a:off x="7996435" y="3018962"/>
              <a:ext cx="622909" cy="285321"/>
            </a:xfrm>
            <a:prstGeom prst="roundRect">
              <a:avLst>
                <a:gd name="adj" fmla="val 28260"/>
              </a:avLst>
            </a:prstGeom>
            <a:solidFill>
              <a:schemeClr val="accent1">
                <a:alpha val="0"/>
              </a:schemeClr>
            </a:solidFill>
            <a:ln w="254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12571FC2-1941-9A4F-A822-1D9B8E58817B}"/>
                </a:ext>
              </a:extLst>
            </p:cNvPr>
            <p:cNvSpPr/>
            <p:nvPr/>
          </p:nvSpPr>
          <p:spPr>
            <a:xfrm>
              <a:off x="10622212" y="1909743"/>
              <a:ext cx="835270" cy="648581"/>
            </a:xfrm>
            <a:prstGeom prst="roundRect">
              <a:avLst>
                <a:gd name="adj" fmla="val 6652"/>
              </a:avLst>
            </a:prstGeom>
            <a:solidFill>
              <a:schemeClr val="accent1">
                <a:alpha val="0"/>
              </a:schemeClr>
            </a:solidFill>
            <a:ln w="254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04C98B61-1320-547B-12CC-790839178427}"/>
                </a:ext>
              </a:extLst>
            </p:cNvPr>
            <p:cNvSpPr/>
            <p:nvPr/>
          </p:nvSpPr>
          <p:spPr>
            <a:xfrm>
              <a:off x="10627209" y="5313747"/>
              <a:ext cx="825276" cy="572389"/>
            </a:xfrm>
            <a:prstGeom prst="roundRect">
              <a:avLst>
                <a:gd name="adj" fmla="val 7937"/>
              </a:avLst>
            </a:prstGeom>
            <a:solidFill>
              <a:schemeClr val="accent1">
                <a:alpha val="0"/>
              </a:schemeClr>
            </a:solidFill>
            <a:ln w="254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2D8D97B8-D3B3-4DCE-F166-4DE8DB30C113}"/>
                </a:ext>
              </a:extLst>
            </p:cNvPr>
            <p:cNvSpPr/>
            <p:nvPr/>
          </p:nvSpPr>
          <p:spPr>
            <a:xfrm>
              <a:off x="9895189" y="4511804"/>
              <a:ext cx="722026" cy="534886"/>
            </a:xfrm>
            <a:prstGeom prst="roundRect">
              <a:avLst>
                <a:gd name="adj" fmla="val 10128"/>
              </a:avLst>
            </a:prstGeom>
            <a:solidFill>
              <a:schemeClr val="accent1">
                <a:alpha val="0"/>
              </a:schemeClr>
            </a:solidFill>
            <a:ln w="254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B74B3754-AFB1-0379-BB8F-32EE695386DC}"/>
                </a:ext>
              </a:extLst>
            </p:cNvPr>
            <p:cNvSpPr/>
            <p:nvPr/>
          </p:nvSpPr>
          <p:spPr>
            <a:xfrm>
              <a:off x="8909154" y="3766972"/>
              <a:ext cx="819462" cy="285321"/>
            </a:xfrm>
            <a:prstGeom prst="roundRect">
              <a:avLst>
                <a:gd name="adj" fmla="val 14250"/>
              </a:avLst>
            </a:prstGeom>
            <a:solidFill>
              <a:schemeClr val="accent1">
                <a:alpha val="0"/>
              </a:schemeClr>
            </a:solidFill>
            <a:ln w="254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9797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5" grpId="0" animBg="1"/>
      <p:bldP spid="9" grpId="0" animBg="1"/>
      <p:bldP spid="15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73BAF-DCFE-5955-3EC6-73CA2BA9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E79F4D-D391-7A03-5AF4-116848878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5DFC34-A50F-8D5D-E9EC-14ED21B9C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7274C8-9FB7-4926-EFC4-E8E6389B1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156F47-E889-DF7D-211E-604D7C3F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20BA78-D4F2-6C77-6BFB-E88DF17C1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29E661-EE2F-DB8F-0B81-AA2EBBF4C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Zaključak</a:t>
            </a:r>
            <a:endParaRPr lang="en-GB" sz="40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BCD9C6-AF18-E15A-F8A6-07D35F5514C0}"/>
              </a:ext>
            </a:extLst>
          </p:cNvPr>
          <p:cNvSpPr txBox="1"/>
          <p:nvPr/>
        </p:nvSpPr>
        <p:spPr>
          <a:xfrm>
            <a:off x="459350" y="1934308"/>
            <a:ext cx="5399844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Dalji izgled Baze:</a:t>
            </a:r>
          </a:p>
          <a:p>
            <a:pPr marL="285750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Dodatak entiteta Lokacije (precizniji opis mesta koje okružuje laboratoriju)</a:t>
            </a:r>
          </a:p>
          <a:p>
            <a:pPr marL="285750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Dodatak entiteta Ekspedicija (eksperimenti koji se zasnivaju na opservacijama i sesijama van laboratorija, istraživanja koja se namenski izvode u prirodi radi boljeg pozicioniranja)</a:t>
            </a:r>
          </a:p>
          <a:p>
            <a:pPr marL="285750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Dodatak entiteta vezanih za Aplikaciju (ugrađivanje arhitekture korišćenja aplikacije u bazu podataka, uvod entiteta Korisnik koji može imati nekoliko nivoa pristupa. Ovime se pospešuje praćenje ko koristi aplikaciju i omogućava skladištenje informacija za pristup aplikaciji u samu Bazu)</a:t>
            </a:r>
          </a:p>
          <a:p>
            <a:pPr marL="285750" indent="-285750">
              <a:buFontTx/>
              <a:buChar char="-"/>
            </a:pP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2AB5FB-4A97-6B98-765D-52E82C922B2B}"/>
              </a:ext>
            </a:extLst>
          </p:cNvPr>
          <p:cNvSpPr txBox="1"/>
          <p:nvPr/>
        </p:nvSpPr>
        <p:spPr>
          <a:xfrm>
            <a:off x="6095998" y="1934308"/>
            <a:ext cx="5399844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Dalji izgled Aplikacije:</a:t>
            </a:r>
          </a:p>
          <a:p>
            <a:pPr marL="285750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Upravljanje korisnicima da se vrši preko baze (aplikacija bi mogla da proverava bazu podataka da pronađe registrovane korisnike i da proverava informacije za prijavu, umesto toga da se lokalno čuvaju podaci)</a:t>
            </a:r>
          </a:p>
          <a:p>
            <a:pPr marL="285750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Dodatak funkcije unošenja novih laboratorija (kao Administrator bilo bi poželjno da pored brisanja postojećih laboratorija, postoji i funkcija za otvaranje/dodavanje novih laboratorija)</a:t>
            </a:r>
          </a:p>
          <a:p>
            <a:pPr marL="285750" indent="-285750">
              <a:spcAft>
                <a:spcPts val="600"/>
              </a:spcAft>
              <a:buFont typeface="Aptos" panose="020B0004020202020204" pitchFamily="34" charset="0"/>
              <a:buChar char="-"/>
            </a:pP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Dodatak forme za praćenje statistike (poželjna funkcionalnost za Administratora bi takođe bila detaljni pregled statistike svih istraživača, u aplikaciji bi mogao da postoji detaljan prozor sa izlistanim statistikama uspeha svih istraživača)</a:t>
            </a:r>
          </a:p>
          <a:p>
            <a:pPr marL="285750" indent="-285750">
              <a:buFontTx/>
              <a:buChar char="-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463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19BC1-8905-5FC1-DE97-8C0A406C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6AE35-28A7-533D-DBCF-8D0489D1A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695" y="836952"/>
            <a:ext cx="8004517" cy="519801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b="1" kern="12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 li ima pitanja?</a:t>
            </a:r>
          </a:p>
        </p:txBody>
      </p:sp>
    </p:spTree>
    <p:extLst>
      <p:ext uri="{BB962C8B-B14F-4D97-AF65-F5344CB8AC3E}">
        <p14:creationId xmlns:p14="http://schemas.microsoft.com/office/powerpoint/2010/main" val="2826050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1233C-A390-1EC0-A9F9-702BA8524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4D53645-5F67-EC4F-8611-43B8B33A5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CBA03E-A78F-C907-8C67-E8055A5C4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D0B514-D7F1-9892-91EC-76A63289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081268-017E-5B6F-F793-3F68FD74F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B34F79-F2B5-BED0-5A53-CC48700DA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E0690C-2D0C-8C87-CB72-DFB2ED05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DEF270E-BBBA-360F-8FAE-4E9612D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782E4-AF2C-FA7D-CD6C-24A410653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695" y="836952"/>
            <a:ext cx="8004517" cy="519801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b="1" kern="12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Hvala na pažnji</a:t>
            </a:r>
          </a:p>
        </p:txBody>
      </p:sp>
    </p:spTree>
    <p:extLst>
      <p:ext uri="{BB962C8B-B14F-4D97-AF65-F5344CB8AC3E}">
        <p14:creationId xmlns:p14="http://schemas.microsoft.com/office/powerpoint/2010/main" val="1876440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532</Words>
  <Application>Microsoft Office PowerPoint</Application>
  <PresentationFormat>Widescreen</PresentationFormat>
  <Paragraphs>71</Paragraphs>
  <Slides>10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Tahoma</vt:lpstr>
      <vt:lpstr>Office Theme</vt:lpstr>
      <vt:lpstr>Baza Podataka – Astronomija i Astrofizika (Pogled Administratora)</vt:lpstr>
      <vt:lpstr>Sadržaj</vt:lpstr>
      <vt:lpstr>Uvod</vt:lpstr>
      <vt:lpstr>Metodologija</vt:lpstr>
      <vt:lpstr>Rezultati</vt:lpstr>
      <vt:lpstr>Demonstracija</vt:lpstr>
      <vt:lpstr>Analiza Grešaka</vt:lpstr>
      <vt:lpstr>Zaključak</vt:lpstr>
      <vt:lpstr>Da li ima pitanja?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Arsenije Ćirić</dc:creator>
  <cp:lastModifiedBy>Arsenije Ćirić</cp:lastModifiedBy>
  <cp:revision>5</cp:revision>
  <dcterms:created xsi:type="dcterms:W3CDTF">2026-06-02T19:40:24Z</dcterms:created>
  <dcterms:modified xsi:type="dcterms:W3CDTF">2026-06-04T14:06:10Z</dcterms:modified>
</cp:coreProperties>
</file>